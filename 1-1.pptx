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7.svg" ContentType="image/svg+xml"/>
  <Override PartName="/ppt/media/image19.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sldIdLst>
    <p:sldId id="260" r:id="rId4"/>
    <p:sldId id="261" r:id="rId5"/>
    <p:sldId id="262" r:id="rId6"/>
    <p:sldId id="288" r:id="rId7"/>
    <p:sldId id="289" r:id="rId8"/>
    <p:sldId id="265" r:id="rId9"/>
    <p:sldId id="290" r:id="rId10"/>
    <p:sldId id="267" r:id="rId11"/>
    <p:sldId id="291" r:id="rId12"/>
    <p:sldId id="292" r:id="rId13"/>
    <p:sldId id="293" r:id="rId14"/>
    <p:sldId id="271" r:id="rId15"/>
    <p:sldId id="294" r:id="rId16"/>
    <p:sldId id="295" r:id="rId17"/>
    <p:sldId id="274" r:id="rId18"/>
    <p:sldId id="275" r:id="rId19"/>
    <p:sldId id="276" r:id="rId20"/>
    <p:sldId id="296" r:id="rId21"/>
    <p:sldId id="297" r:id="rId22"/>
    <p:sldId id="279" r:id="rId23"/>
    <p:sldId id="280" r:id="rId24"/>
    <p:sldId id="281" r:id="rId25"/>
    <p:sldId id="298" r:id="rId26"/>
    <p:sldId id="283" r:id="rId27"/>
    <p:sldId id="284" r:id="rId28"/>
    <p:sldId id="299" r:id="rId29"/>
    <p:sldId id="286" r:id="rId30"/>
    <p:sldId id="287" r:id="rId31"/>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987" autoAdjust="0"/>
    <p:restoredTop sz="94660"/>
  </p:normalViewPr>
  <p:slideViewPr>
    <p:cSldViewPr snapToGrid="0">
      <p:cViewPr varScale="1">
        <p:scale>
          <a:sx n="122" d="100"/>
          <a:sy n="122" d="100"/>
        </p:scale>
        <p:origin x="96"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5" Type="http://schemas.openxmlformats.org/officeDocument/2006/relationships/tags" Target="../tags/tag43.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1" Type="http://schemas.openxmlformats.org/officeDocument/2006/relationships/tags" Target="../tags/tag53.xml"/><Relationship Id="rId10" Type="http://schemas.openxmlformats.org/officeDocument/2006/relationships/tags" Target="../tags/tag52.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2" Type="http://schemas.openxmlformats.org/officeDocument/2006/relationships/tags" Target="../tags/tag64.xml"/><Relationship Id="rId11" Type="http://schemas.openxmlformats.org/officeDocument/2006/relationships/tags" Target="../tags/tag63.xml"/><Relationship Id="rId10" Type="http://schemas.openxmlformats.org/officeDocument/2006/relationships/tags" Target="../tags/tag62.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3" Type="http://schemas.openxmlformats.org/officeDocument/2006/relationships/tags" Target="../tags/tag76.xml"/><Relationship Id="rId12" Type="http://schemas.openxmlformats.org/officeDocument/2006/relationships/tags" Target="../tags/tag75.xml"/><Relationship Id="rId11" Type="http://schemas.openxmlformats.org/officeDocument/2006/relationships/tags" Target="../tags/tag74.xml"/><Relationship Id="rId10" Type="http://schemas.openxmlformats.org/officeDocument/2006/relationships/tags" Target="../tags/tag7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0" Type="http://schemas.openxmlformats.org/officeDocument/2006/relationships/tags" Target="../tags/tag9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2" Type="http://schemas.openxmlformats.org/officeDocument/2006/relationships/tags" Target="../tags/tag106.xml"/><Relationship Id="rId11" Type="http://schemas.openxmlformats.org/officeDocument/2006/relationships/tags" Target="../tags/tag105.xml"/><Relationship Id="rId10" Type="http://schemas.openxmlformats.org/officeDocument/2006/relationships/tags" Target="../tags/tag104.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114.xml"/><Relationship Id="rId8" Type="http://schemas.openxmlformats.org/officeDocument/2006/relationships/tags" Target="../tags/tag113.xml"/><Relationship Id="rId7" Type="http://schemas.openxmlformats.org/officeDocument/2006/relationships/tags" Target="../tags/tag112.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1" Type="http://schemas.openxmlformats.org/officeDocument/2006/relationships/tags" Target="../tags/tag116.xml"/><Relationship Id="rId10" Type="http://schemas.openxmlformats.org/officeDocument/2006/relationships/tags" Target="../tags/tag11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24.xml"/><Relationship Id="rId8" Type="http://schemas.openxmlformats.org/officeDocument/2006/relationships/tags" Target="../tags/tag123.xml"/><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0" Type="http://schemas.openxmlformats.org/officeDocument/2006/relationships/tags" Target="../tags/tag133.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2" Type="http://schemas.openxmlformats.org/officeDocument/2006/relationships/tags" Target="../tags/tag144.xml"/><Relationship Id="rId11" Type="http://schemas.openxmlformats.org/officeDocument/2006/relationships/tags" Target="../tags/tag143.xml"/><Relationship Id="rId10" Type="http://schemas.openxmlformats.org/officeDocument/2006/relationships/tags" Target="../tags/tag142.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3" Type="http://schemas.openxmlformats.org/officeDocument/2006/relationships/tags" Target="../tags/tag156.xml"/><Relationship Id="rId12" Type="http://schemas.openxmlformats.org/officeDocument/2006/relationships/tags" Target="../tags/tag155.xml"/><Relationship Id="rId11" Type="http://schemas.openxmlformats.org/officeDocument/2006/relationships/tags" Target="../tags/tag154.xml"/><Relationship Id="rId10" Type="http://schemas.openxmlformats.org/officeDocument/2006/relationships/tags" Target="../tags/tag153.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64.xml"/><Relationship Id="rId8" Type="http://schemas.openxmlformats.org/officeDocument/2006/relationships/tags" Target="../tags/tag163.xml"/><Relationship Id="rId7" Type="http://schemas.openxmlformats.org/officeDocument/2006/relationships/tags" Target="../tags/tag162.xml"/><Relationship Id="rId6" Type="http://schemas.openxmlformats.org/officeDocument/2006/relationships/tags" Target="../tags/tag161.xml"/><Relationship Id="rId5" Type="http://schemas.openxmlformats.org/officeDocument/2006/relationships/tags" Target="../tags/tag160.xml"/><Relationship Id="rId4" Type="http://schemas.openxmlformats.org/officeDocument/2006/relationships/tags" Target="../tags/tag159.xml"/><Relationship Id="rId3" Type="http://schemas.openxmlformats.org/officeDocument/2006/relationships/tags" Target="../tags/tag158.xml"/><Relationship Id="rId2" Type="http://schemas.openxmlformats.org/officeDocument/2006/relationships/tags" Target="../tags/tag157.xml"/><Relationship Id="rId12" Type="http://schemas.openxmlformats.org/officeDocument/2006/relationships/tags" Target="../tags/tag167.xml"/><Relationship Id="rId11" Type="http://schemas.openxmlformats.org/officeDocument/2006/relationships/tags" Target="../tags/tag166.xml"/><Relationship Id="rId10" Type="http://schemas.openxmlformats.org/officeDocument/2006/relationships/tags" Target="../tags/tag165.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75.xml"/><Relationship Id="rId8" Type="http://schemas.openxmlformats.org/officeDocument/2006/relationships/tags" Target="../tags/tag174.xml"/><Relationship Id="rId7" Type="http://schemas.openxmlformats.org/officeDocument/2006/relationships/tags" Target="../tags/tag173.xml"/><Relationship Id="rId6" Type="http://schemas.openxmlformats.org/officeDocument/2006/relationships/tags" Target="../tags/tag172.xml"/><Relationship Id="rId5" Type="http://schemas.openxmlformats.org/officeDocument/2006/relationships/tags" Target="../tags/tag171.xml"/><Relationship Id="rId4" Type="http://schemas.openxmlformats.org/officeDocument/2006/relationships/tags" Target="../tags/tag170.xml"/><Relationship Id="rId3" Type="http://schemas.openxmlformats.org/officeDocument/2006/relationships/tags" Target="../tags/tag169.xml"/><Relationship Id="rId2" Type="http://schemas.openxmlformats.org/officeDocument/2006/relationships/tags" Target="../tags/tag168.xml"/><Relationship Id="rId13" Type="http://schemas.openxmlformats.org/officeDocument/2006/relationships/tags" Target="../tags/tag179.xml"/><Relationship Id="rId12" Type="http://schemas.openxmlformats.org/officeDocument/2006/relationships/tags" Target="../tags/tag178.xml"/><Relationship Id="rId11" Type="http://schemas.openxmlformats.org/officeDocument/2006/relationships/tags" Target="../tags/tag177.xml"/><Relationship Id="rId10" Type="http://schemas.openxmlformats.org/officeDocument/2006/relationships/tags" Target="../tags/tag17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3" Type="http://schemas.openxmlformats.org/officeDocument/2006/relationships/tags" Target="../tags/tag191.xml"/><Relationship Id="rId12" Type="http://schemas.openxmlformats.org/officeDocument/2006/relationships/tags" Target="../tags/tag190.xml"/><Relationship Id="rId11" Type="http://schemas.openxmlformats.org/officeDocument/2006/relationships/tags" Target="../tags/tag189.xml"/><Relationship Id="rId10" Type="http://schemas.openxmlformats.org/officeDocument/2006/relationships/tags" Target="../tags/tag188.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199.xml"/><Relationship Id="rId8" Type="http://schemas.openxmlformats.org/officeDocument/2006/relationships/tags" Target="../tags/tag198.xml"/><Relationship Id="rId7" Type="http://schemas.openxmlformats.org/officeDocument/2006/relationships/tags" Target="../tags/tag197.xml"/><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tags" Target="../tags/tag194.xml"/><Relationship Id="rId3" Type="http://schemas.openxmlformats.org/officeDocument/2006/relationships/tags" Target="../tags/tag193.xml"/><Relationship Id="rId2" Type="http://schemas.openxmlformats.org/officeDocument/2006/relationships/tags" Target="../tags/tag192.xml"/><Relationship Id="rId12" Type="http://schemas.openxmlformats.org/officeDocument/2006/relationships/tags" Target="../tags/tag202.xml"/><Relationship Id="rId11" Type="http://schemas.openxmlformats.org/officeDocument/2006/relationships/tags" Target="../tags/tag201.xml"/><Relationship Id="rId10" Type="http://schemas.openxmlformats.org/officeDocument/2006/relationships/tags" Target="../tags/tag200.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9" Type="http://schemas.openxmlformats.org/officeDocument/2006/relationships/tags" Target="../tags/tag210.xml"/><Relationship Id="rId8" Type="http://schemas.openxmlformats.org/officeDocument/2006/relationships/tags" Target="../tags/tag209.xml"/><Relationship Id="rId7" Type="http://schemas.openxmlformats.org/officeDocument/2006/relationships/tags" Target="../tags/tag208.xml"/><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5" Type="http://schemas.openxmlformats.org/officeDocument/2006/relationships/tags" Target="../tags/tag216.xml"/><Relationship Id="rId14" Type="http://schemas.openxmlformats.org/officeDocument/2006/relationships/tags" Target="../tags/tag215.xml"/><Relationship Id="rId13" Type="http://schemas.openxmlformats.org/officeDocument/2006/relationships/tags" Target="../tags/tag214.xml"/><Relationship Id="rId12" Type="http://schemas.openxmlformats.org/officeDocument/2006/relationships/tags" Target="../tags/tag213.xml"/><Relationship Id="rId11" Type="http://schemas.openxmlformats.org/officeDocument/2006/relationships/tags" Target="../tags/tag212.xml"/><Relationship Id="rId10" Type="http://schemas.openxmlformats.org/officeDocument/2006/relationships/tags" Target="../tags/tag211.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224.xml"/><Relationship Id="rId8" Type="http://schemas.openxmlformats.org/officeDocument/2006/relationships/tags" Target="../tags/tag223.xml"/><Relationship Id="rId7" Type="http://schemas.openxmlformats.org/officeDocument/2006/relationships/tags" Target="../tags/tag222.xml"/><Relationship Id="rId6" Type="http://schemas.openxmlformats.org/officeDocument/2006/relationships/tags" Target="../tags/tag221.xml"/><Relationship Id="rId5" Type="http://schemas.openxmlformats.org/officeDocument/2006/relationships/tags" Target="../tags/tag220.xml"/><Relationship Id="rId4" Type="http://schemas.openxmlformats.org/officeDocument/2006/relationships/tags" Target="../tags/tag219.xml"/><Relationship Id="rId3" Type="http://schemas.openxmlformats.org/officeDocument/2006/relationships/tags" Target="../tags/tag218.xml"/><Relationship Id="rId2" Type="http://schemas.openxmlformats.org/officeDocument/2006/relationships/tags" Target="../tags/tag217.xml"/><Relationship Id="rId13" Type="http://schemas.openxmlformats.org/officeDocument/2006/relationships/tags" Target="../tags/tag228.xml"/><Relationship Id="rId12" Type="http://schemas.openxmlformats.org/officeDocument/2006/relationships/tags" Target="../tags/tag227.xml"/><Relationship Id="rId11" Type="http://schemas.openxmlformats.org/officeDocument/2006/relationships/tags" Target="../tags/tag226.xml"/><Relationship Id="rId10" Type="http://schemas.openxmlformats.org/officeDocument/2006/relationships/tags" Target="../tags/tag225.xml"/><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236.xml"/><Relationship Id="rId8" Type="http://schemas.openxmlformats.org/officeDocument/2006/relationships/tags" Target="../tags/tag235.xml"/><Relationship Id="rId7" Type="http://schemas.openxmlformats.org/officeDocument/2006/relationships/tags" Target="../tags/tag234.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244.xml"/><Relationship Id="rId8" Type="http://schemas.openxmlformats.org/officeDocument/2006/relationships/tags" Target="../tags/tag243.xml"/><Relationship Id="rId7" Type="http://schemas.openxmlformats.org/officeDocument/2006/relationships/tags" Target="../tags/tag242.xml"/><Relationship Id="rId6" Type="http://schemas.openxmlformats.org/officeDocument/2006/relationships/tags" Target="../tags/tag241.xml"/><Relationship Id="rId5" Type="http://schemas.openxmlformats.org/officeDocument/2006/relationships/tags" Target="../tags/tag240.xml"/><Relationship Id="rId4" Type="http://schemas.openxmlformats.org/officeDocument/2006/relationships/tags" Target="../tags/tag239.xml"/><Relationship Id="rId3" Type="http://schemas.openxmlformats.org/officeDocument/2006/relationships/tags" Target="../tags/tag238.xml"/><Relationship Id="rId21" Type="http://schemas.openxmlformats.org/officeDocument/2006/relationships/tags" Target="../tags/tag256.xml"/><Relationship Id="rId20" Type="http://schemas.openxmlformats.org/officeDocument/2006/relationships/tags" Target="../tags/tag255.xml"/><Relationship Id="rId2" Type="http://schemas.openxmlformats.org/officeDocument/2006/relationships/tags" Target="../tags/tag237.xml"/><Relationship Id="rId19" Type="http://schemas.openxmlformats.org/officeDocument/2006/relationships/tags" Target="../tags/tag254.xml"/><Relationship Id="rId18" Type="http://schemas.openxmlformats.org/officeDocument/2006/relationships/tags" Target="../tags/tag253.xml"/><Relationship Id="rId17" Type="http://schemas.openxmlformats.org/officeDocument/2006/relationships/tags" Target="../tags/tag252.xml"/><Relationship Id="rId16" Type="http://schemas.openxmlformats.org/officeDocument/2006/relationships/tags" Target="../tags/tag251.xml"/><Relationship Id="rId15" Type="http://schemas.openxmlformats.org/officeDocument/2006/relationships/tags" Target="../tags/tag250.xml"/><Relationship Id="rId14" Type="http://schemas.openxmlformats.org/officeDocument/2006/relationships/tags" Target="../tags/tag249.xml"/><Relationship Id="rId13" Type="http://schemas.openxmlformats.org/officeDocument/2006/relationships/tags" Target="../tags/tag248.xml"/><Relationship Id="rId12" Type="http://schemas.openxmlformats.org/officeDocument/2006/relationships/tags" Target="../tags/tag247.xml"/><Relationship Id="rId11" Type="http://schemas.openxmlformats.org/officeDocument/2006/relationships/tags" Target="../tags/tag246.xml"/><Relationship Id="rId10" Type="http://schemas.openxmlformats.org/officeDocument/2006/relationships/tags" Target="../tags/tag245.xml"/><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6" Type="http://schemas.openxmlformats.org/officeDocument/2006/relationships/tags" Target="../tags/tag261.xml"/><Relationship Id="rId5" Type="http://schemas.openxmlformats.org/officeDocument/2006/relationships/tags" Target="../tags/tag260.xml"/><Relationship Id="rId4" Type="http://schemas.openxmlformats.org/officeDocument/2006/relationships/tags" Target="../tags/tag259.xml"/><Relationship Id="rId3" Type="http://schemas.openxmlformats.org/officeDocument/2006/relationships/tags" Target="../tags/tag258.xml"/><Relationship Id="rId2" Type="http://schemas.openxmlformats.org/officeDocument/2006/relationships/tags" Target="../tags/tag257.xml"/><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268.xml"/><Relationship Id="rId7" Type="http://schemas.openxmlformats.org/officeDocument/2006/relationships/tags" Target="../tags/tag267.xml"/><Relationship Id="rId6" Type="http://schemas.openxmlformats.org/officeDocument/2006/relationships/tags" Target="../tags/tag266.xml"/><Relationship Id="rId5" Type="http://schemas.openxmlformats.org/officeDocument/2006/relationships/tags" Target="../tags/tag265.xml"/><Relationship Id="rId4" Type="http://schemas.openxmlformats.org/officeDocument/2006/relationships/tags" Target="../tags/tag264.xml"/><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7" Type="http://schemas.openxmlformats.org/officeDocument/2006/relationships/tags" Target="../tags/tag274.xml"/><Relationship Id="rId6" Type="http://schemas.openxmlformats.org/officeDocument/2006/relationships/tags" Target="../tags/tag273.xml"/><Relationship Id="rId5" Type="http://schemas.openxmlformats.org/officeDocument/2006/relationships/tags" Target="../tags/tag272.xml"/><Relationship Id="rId4" Type="http://schemas.openxmlformats.org/officeDocument/2006/relationships/tags" Target="../tags/tag271.xml"/><Relationship Id="rId3" Type="http://schemas.openxmlformats.org/officeDocument/2006/relationships/tags" Target="../tags/tag270.xml"/><Relationship Id="rId2" Type="http://schemas.openxmlformats.org/officeDocument/2006/relationships/tags" Target="../tags/tag269.xml"/><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9" Type="http://schemas.openxmlformats.org/officeDocument/2006/relationships/tags" Target="../tags/tag282.xml"/><Relationship Id="rId8" Type="http://schemas.openxmlformats.org/officeDocument/2006/relationships/tags" Target="../tags/tag281.xml"/><Relationship Id="rId7" Type="http://schemas.openxmlformats.org/officeDocument/2006/relationships/tags" Target="../tags/tag280.xml"/><Relationship Id="rId6" Type="http://schemas.openxmlformats.org/officeDocument/2006/relationships/tags" Target="../tags/tag279.xml"/><Relationship Id="rId5" Type="http://schemas.openxmlformats.org/officeDocument/2006/relationships/tags" Target="../tags/tag278.xml"/><Relationship Id="rId4" Type="http://schemas.openxmlformats.org/officeDocument/2006/relationships/tags" Target="../tags/tag277.xml"/><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5" Type="http://schemas.openxmlformats.org/officeDocument/2006/relationships/tags" Target="../tags/tag286.xml"/><Relationship Id="rId4" Type="http://schemas.openxmlformats.org/officeDocument/2006/relationships/tags" Target="../tags/tag285.xml"/><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4" Type="http://schemas.openxmlformats.org/officeDocument/2006/relationships/tags" Target="../tags/tag289.xml"/><Relationship Id="rId3" Type="http://schemas.openxmlformats.org/officeDocument/2006/relationships/tags" Target="../tags/tag288.xml"/><Relationship Id="rId2" Type="http://schemas.openxmlformats.org/officeDocument/2006/relationships/tags" Target="../tags/tag287.xml"/><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5" Type="http://schemas.openxmlformats.org/officeDocument/2006/relationships/tags" Target="../tags/tag293.xml"/><Relationship Id="rId4" Type="http://schemas.openxmlformats.org/officeDocument/2006/relationships/tags" Target="../tags/tag292.xml"/><Relationship Id="rId3" Type="http://schemas.openxmlformats.org/officeDocument/2006/relationships/tags" Target="../tags/tag291.xml"/><Relationship Id="rId2" Type="http://schemas.openxmlformats.org/officeDocument/2006/relationships/tags" Target="../tags/tag290.xml"/><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6" Type="http://schemas.openxmlformats.org/officeDocument/2006/relationships/tags" Target="../tags/tag298.xml"/><Relationship Id="rId5" Type="http://schemas.openxmlformats.org/officeDocument/2006/relationships/tags" Target="../tags/tag297.xml"/><Relationship Id="rId4" Type="http://schemas.openxmlformats.org/officeDocument/2006/relationships/tags" Target="../tags/tag296.xml"/><Relationship Id="rId3" Type="http://schemas.openxmlformats.org/officeDocument/2006/relationships/tags" Target="../tags/tag295.xml"/><Relationship Id="rId2" Type="http://schemas.openxmlformats.org/officeDocument/2006/relationships/tags" Target="../tags/tag294.xml"/><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305.xml"/><Relationship Id="rId7" Type="http://schemas.openxmlformats.org/officeDocument/2006/relationships/tags" Target="../tags/tag304.xml"/><Relationship Id="rId6" Type="http://schemas.openxmlformats.org/officeDocument/2006/relationships/tags" Target="../tags/tag303.xml"/><Relationship Id="rId5" Type="http://schemas.openxmlformats.org/officeDocument/2006/relationships/tags" Target="../tags/tag302.xml"/><Relationship Id="rId4" Type="http://schemas.openxmlformats.org/officeDocument/2006/relationships/tags" Target="../tags/tag301.xml"/><Relationship Id="rId3" Type="http://schemas.openxmlformats.org/officeDocument/2006/relationships/tags" Target="../tags/tag300.xml"/><Relationship Id="rId2" Type="http://schemas.openxmlformats.org/officeDocument/2006/relationships/tags" Target="../tags/tag299.xml"/><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9" Type="http://schemas.openxmlformats.org/officeDocument/2006/relationships/tags" Target="../tags/tag313.xml"/><Relationship Id="rId8" Type="http://schemas.openxmlformats.org/officeDocument/2006/relationships/tags" Target="../tags/tag312.xml"/><Relationship Id="rId7" Type="http://schemas.openxmlformats.org/officeDocument/2006/relationships/tags" Target="../tags/tag311.xml"/><Relationship Id="rId6" Type="http://schemas.openxmlformats.org/officeDocument/2006/relationships/tags" Target="../tags/tag310.xml"/><Relationship Id="rId5" Type="http://schemas.openxmlformats.org/officeDocument/2006/relationships/tags" Target="../tags/tag309.xml"/><Relationship Id="rId4" Type="http://schemas.openxmlformats.org/officeDocument/2006/relationships/tags" Target="../tags/tag308.xml"/><Relationship Id="rId3" Type="http://schemas.openxmlformats.org/officeDocument/2006/relationships/tags" Target="../tags/tag307.xml"/><Relationship Id="rId2" Type="http://schemas.openxmlformats.org/officeDocument/2006/relationships/tags" Target="../tags/tag306.xml"/><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320.xml"/><Relationship Id="rId7" Type="http://schemas.openxmlformats.org/officeDocument/2006/relationships/tags" Target="../tags/tag319.xml"/><Relationship Id="rId6" Type="http://schemas.openxmlformats.org/officeDocument/2006/relationships/tags" Target="../tags/tag318.xml"/><Relationship Id="rId5" Type="http://schemas.openxmlformats.org/officeDocument/2006/relationships/tags" Target="../tags/tag317.xml"/><Relationship Id="rId4" Type="http://schemas.openxmlformats.org/officeDocument/2006/relationships/tags" Target="../tags/tag316.xml"/><Relationship Id="rId3" Type="http://schemas.openxmlformats.org/officeDocument/2006/relationships/tags" Target="../tags/tag315.xml"/><Relationship Id="rId2" Type="http://schemas.openxmlformats.org/officeDocument/2006/relationships/tags" Target="../tags/tag314.xml"/><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9" Type="http://schemas.openxmlformats.org/officeDocument/2006/relationships/tags" Target="../tags/tag328.xml"/><Relationship Id="rId8" Type="http://schemas.openxmlformats.org/officeDocument/2006/relationships/tags" Target="../tags/tag327.xml"/><Relationship Id="rId7" Type="http://schemas.openxmlformats.org/officeDocument/2006/relationships/tags" Target="../tags/tag326.xml"/><Relationship Id="rId6" Type="http://schemas.openxmlformats.org/officeDocument/2006/relationships/tags" Target="../tags/tag325.xml"/><Relationship Id="rId5" Type="http://schemas.openxmlformats.org/officeDocument/2006/relationships/tags" Target="../tags/tag324.xml"/><Relationship Id="rId4" Type="http://schemas.openxmlformats.org/officeDocument/2006/relationships/tags" Target="../tags/tag323.xml"/><Relationship Id="rId3" Type="http://schemas.openxmlformats.org/officeDocument/2006/relationships/tags" Target="../tags/tag322.xml"/><Relationship Id="rId2" Type="http://schemas.openxmlformats.org/officeDocument/2006/relationships/tags" Target="../tags/tag321.xml"/><Relationship Id="rId18" Type="http://schemas.openxmlformats.org/officeDocument/2006/relationships/tags" Target="../tags/tag337.xml"/><Relationship Id="rId17" Type="http://schemas.openxmlformats.org/officeDocument/2006/relationships/tags" Target="../tags/tag336.xml"/><Relationship Id="rId16" Type="http://schemas.openxmlformats.org/officeDocument/2006/relationships/tags" Target="../tags/tag335.xml"/><Relationship Id="rId15" Type="http://schemas.openxmlformats.org/officeDocument/2006/relationships/tags" Target="../tags/tag334.xml"/><Relationship Id="rId14" Type="http://schemas.openxmlformats.org/officeDocument/2006/relationships/tags" Target="../tags/tag333.xml"/><Relationship Id="rId13" Type="http://schemas.openxmlformats.org/officeDocument/2006/relationships/tags" Target="../tags/tag332.xml"/><Relationship Id="rId12" Type="http://schemas.openxmlformats.org/officeDocument/2006/relationships/tags" Target="../tags/tag331.xml"/><Relationship Id="rId11" Type="http://schemas.openxmlformats.org/officeDocument/2006/relationships/tags" Target="../tags/tag330.xml"/><Relationship Id="rId10" Type="http://schemas.openxmlformats.org/officeDocument/2006/relationships/tags" Target="../tags/tag329.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184" y="1983597"/>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8039" y="516256"/>
            <a:ext cx="10515890" cy="132434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039" y="1935192"/>
            <a:ext cx="5163349"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8039" y="2818085"/>
            <a:ext cx="5163349"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66931" y="1935192"/>
            <a:ext cx="5186998"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66931" y="2818085"/>
            <a:ext cx="5186998"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8184" y="723122"/>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1584" y="723123"/>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8184" y="2323322"/>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884" y="523097"/>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184" y="523097"/>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184" y="523097"/>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结束页_1_5">
    <p:bg>
      <p:bgRef idx="1001">
        <a:schemeClr val="bg1"/>
      </p:bgRef>
    </p:bg>
    <p:spTree>
      <p:nvGrpSpPr>
        <p:cNvPr id="1" name=""/>
        <p:cNvGrpSpPr/>
        <p:nvPr/>
      </p:nvGrpSpPr>
      <p:grpSpPr>
        <a:xfrm>
          <a:off x="0" y="0"/>
          <a:ext cx="0" cy="0"/>
          <a:chOff x="0" y="0"/>
          <a:chExt cx="0" cy="0"/>
        </a:xfrm>
      </p:grpSpPr>
      <p:sp>
        <p:nvSpPr>
          <p:cNvPr id="7" name="任意多边形 6"/>
          <p:cNvSpPr/>
          <p:nvPr userDrawn="1">
            <p:custDataLst>
              <p:tags r:id="rId2"/>
            </p:custDataLst>
          </p:nvPr>
        </p:nvSpPr>
        <p:spPr>
          <a:xfrm>
            <a:off x="0" y="2167890"/>
            <a:ext cx="12191365" cy="3030855"/>
          </a:xfrm>
          <a:custGeom>
            <a:avLst/>
            <a:gdLst>
              <a:gd name="connsiteX0" fmla="*/ 0 w 19207"/>
              <a:gd name="connsiteY0" fmla="*/ 4755 h 4773"/>
              <a:gd name="connsiteX1" fmla="*/ 2772 w 19207"/>
              <a:gd name="connsiteY1" fmla="*/ 4754 h 4773"/>
              <a:gd name="connsiteX2" fmla="*/ 2772 w 19207"/>
              <a:gd name="connsiteY2" fmla="*/ 3267 h 4773"/>
              <a:gd name="connsiteX3" fmla="*/ 3507 w 19207"/>
              <a:gd name="connsiteY3" fmla="*/ 2990 h 4773"/>
              <a:gd name="connsiteX4" fmla="*/ 3503 w 19207"/>
              <a:gd name="connsiteY4" fmla="*/ 4767 h 4773"/>
              <a:gd name="connsiteX5" fmla="*/ 3211 w 19207"/>
              <a:gd name="connsiteY5" fmla="*/ 4769 h 4773"/>
              <a:gd name="connsiteX6" fmla="*/ 3211 w 19207"/>
              <a:gd name="connsiteY6" fmla="*/ 1950 h 4773"/>
              <a:gd name="connsiteX7" fmla="*/ 4584 w 19207"/>
              <a:gd name="connsiteY7" fmla="*/ 2275 h 4773"/>
              <a:gd name="connsiteX8" fmla="*/ 4584 w 19207"/>
              <a:gd name="connsiteY8" fmla="*/ 4773 h 4773"/>
              <a:gd name="connsiteX9" fmla="*/ 4069 w 19207"/>
              <a:gd name="connsiteY9" fmla="*/ 4773 h 4773"/>
              <a:gd name="connsiteX10" fmla="*/ 4079 w 19207"/>
              <a:gd name="connsiteY10" fmla="*/ 0 h 4773"/>
              <a:gd name="connsiteX11" fmla="*/ 5131 w 19207"/>
              <a:gd name="connsiteY11" fmla="*/ 7 h 4773"/>
              <a:gd name="connsiteX12" fmla="*/ 5128 w 19207"/>
              <a:gd name="connsiteY12" fmla="*/ 3834 h 4773"/>
              <a:gd name="connsiteX13" fmla="*/ 4879 w 19207"/>
              <a:gd name="connsiteY13" fmla="*/ 3837 h 4773"/>
              <a:gd name="connsiteX14" fmla="*/ 4879 w 19207"/>
              <a:gd name="connsiteY14" fmla="*/ 2979 h 4773"/>
              <a:gd name="connsiteX15" fmla="*/ 6069 w 19207"/>
              <a:gd name="connsiteY15" fmla="*/ 2978 h 4773"/>
              <a:gd name="connsiteX16" fmla="*/ 6068 w 19207"/>
              <a:gd name="connsiteY16" fmla="*/ 4339 h 4773"/>
              <a:gd name="connsiteX17" fmla="*/ 6597 w 19207"/>
              <a:gd name="connsiteY17" fmla="*/ 4338 h 4773"/>
              <a:gd name="connsiteX18" fmla="*/ 6595 w 19207"/>
              <a:gd name="connsiteY18" fmla="*/ 4771 h 4773"/>
              <a:gd name="connsiteX19" fmla="*/ 19207 w 19207"/>
              <a:gd name="connsiteY19" fmla="*/ 4770 h 4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207" h="4773">
                <a:moveTo>
                  <a:pt x="0" y="4755"/>
                </a:moveTo>
                <a:lnTo>
                  <a:pt x="2772" y="4754"/>
                </a:lnTo>
                <a:lnTo>
                  <a:pt x="2772" y="3267"/>
                </a:lnTo>
                <a:lnTo>
                  <a:pt x="3507" y="2990"/>
                </a:lnTo>
                <a:lnTo>
                  <a:pt x="3503" y="4767"/>
                </a:lnTo>
                <a:lnTo>
                  <a:pt x="3211" y="4769"/>
                </a:lnTo>
                <a:lnTo>
                  <a:pt x="3211" y="1950"/>
                </a:lnTo>
                <a:lnTo>
                  <a:pt x="4584" y="2275"/>
                </a:lnTo>
                <a:lnTo>
                  <a:pt x="4584" y="4773"/>
                </a:lnTo>
                <a:lnTo>
                  <a:pt x="4069" y="4773"/>
                </a:lnTo>
                <a:lnTo>
                  <a:pt x="4079" y="0"/>
                </a:lnTo>
                <a:lnTo>
                  <a:pt x="5131" y="7"/>
                </a:lnTo>
                <a:lnTo>
                  <a:pt x="5128" y="3834"/>
                </a:lnTo>
                <a:lnTo>
                  <a:pt x="4879" y="3837"/>
                </a:lnTo>
                <a:lnTo>
                  <a:pt x="4879" y="2979"/>
                </a:lnTo>
                <a:lnTo>
                  <a:pt x="6069" y="2978"/>
                </a:lnTo>
                <a:lnTo>
                  <a:pt x="6068" y="4339"/>
                </a:lnTo>
                <a:lnTo>
                  <a:pt x="6597" y="4338"/>
                </a:lnTo>
                <a:lnTo>
                  <a:pt x="6595" y="4771"/>
                </a:lnTo>
                <a:lnTo>
                  <a:pt x="19207" y="4770"/>
                </a:lnTo>
              </a:path>
            </a:pathLst>
          </a:cu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8" name="直接连接符 7"/>
          <p:cNvCxnSpPr/>
          <p:nvPr userDrawn="1">
            <p:custDataLst>
              <p:tags r:id="rId3"/>
            </p:custDataLst>
          </p:nvPr>
        </p:nvCxnSpPr>
        <p:spPr>
          <a:xfrm>
            <a:off x="2926715" y="1604645"/>
            <a:ext cx="0" cy="563245"/>
          </a:xfrm>
          <a:prstGeom prst="line">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cxnSp>
      <p:sp>
        <p:nvSpPr>
          <p:cNvPr id="10" name="日期占位符 3"/>
          <p:cNvSpPr>
            <a:spLocks noGrp="1"/>
          </p:cNvSpPr>
          <p:nvPr>
            <p:ph type="dt" sz="half" idx="16385"/>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11" name="页脚占位符 4"/>
          <p:cNvSpPr>
            <a:spLocks noGrp="1"/>
          </p:cNvSpPr>
          <p:nvPr>
            <p:ph type="ftr" sz="quarter" idx="16386"/>
            <p:custDataLst>
              <p:tags r:id="rId5"/>
            </p:custDataLst>
          </p:nvPr>
        </p:nvSpPr>
        <p:spPr/>
        <p:txBody>
          <a:bodyPr/>
          <a:lstStyle/>
          <a:p>
            <a:endParaRPr lang="zh-CN" altLang="en-US"/>
          </a:p>
        </p:txBody>
      </p:sp>
      <p:sp>
        <p:nvSpPr>
          <p:cNvPr id="12" name="灯片编号占位符 5"/>
          <p:cNvSpPr>
            <a:spLocks noGrp="1"/>
          </p:cNvSpPr>
          <p:nvPr>
            <p:ph type="sldNum" sz="quarter" idx="16387"/>
            <p:custDataLst>
              <p:tags r:id="rId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9" name="副标题 2"/>
          <p:cNvSpPr>
            <a:spLocks noGrp="1"/>
          </p:cNvSpPr>
          <p:nvPr>
            <p:ph type="body" idx="16389" hasCustomPrompt="1"/>
            <p:custDataLst>
              <p:tags r:id="rId7"/>
            </p:custDataLst>
          </p:nvPr>
        </p:nvSpPr>
        <p:spPr>
          <a:xfrm>
            <a:off x="5726642" y="2667000"/>
            <a:ext cx="5449358" cy="457200"/>
          </a:xfrm>
        </p:spPr>
        <p:txBody>
          <a:bodyPr vert="horz" wrap="square" lIns="0" tIns="0" rIns="0" bIns="0" anchor="t">
            <a:normAutofit/>
          </a:bodyPr>
          <a:lstStyle>
            <a:lvl1pPr marL="0" indent="0" algn="r">
              <a:lnSpc>
                <a:spcPct val="125000"/>
              </a:lnSpc>
              <a:spcBef>
                <a:spcPct val="0"/>
              </a:spcBef>
              <a:spcAft>
                <a:spcPct val="0"/>
              </a:spcAft>
              <a:buNone/>
              <a:defRPr sz="2400" b="0" spc="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THE END</a:t>
            </a:r>
            <a:endParaRPr lang="zh-CN" altLang="en-US" dirty="0"/>
          </a:p>
        </p:txBody>
      </p:sp>
      <p:sp>
        <p:nvSpPr>
          <p:cNvPr id="6" name="标题 1"/>
          <p:cNvSpPr>
            <a:spLocks noGrp="1"/>
          </p:cNvSpPr>
          <p:nvPr>
            <p:ph type="ctrTitle" idx="16388" hasCustomPrompt="1"/>
            <p:custDataLst>
              <p:tags r:id="rId8"/>
            </p:custDataLst>
          </p:nvPr>
        </p:nvSpPr>
        <p:spPr>
          <a:xfrm>
            <a:off x="5724878" y="3175000"/>
            <a:ext cx="5451122" cy="1016000"/>
          </a:xfrm>
        </p:spPr>
        <p:txBody>
          <a:bodyPr vert="horz" wrap="square" lIns="0" tIns="0" rIns="0" bIns="0" anchor="t">
            <a:normAutofit/>
          </a:bodyPr>
          <a:lstStyle>
            <a:lvl1pPr marL="0" indent="0" algn="r">
              <a:lnSpc>
                <a:spcPct val="100000"/>
              </a:lnSpc>
              <a:spcBef>
                <a:spcPct val="0"/>
              </a:spcBef>
              <a:spcAft>
                <a:spcPct val="0"/>
              </a:spcAft>
              <a:buNone/>
              <a:defRPr sz="6400" spc="0"/>
            </a:lvl1pPr>
          </a:lstStyle>
          <a:p>
            <a:r>
              <a:rPr lang="zh-CN" altLang="en-US" dirty="0"/>
              <a:t>谢谢观看</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页-48_5">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609600" y="1524000"/>
            <a:ext cx="5334000" cy="4724400"/>
          </a:xfrm>
          <a:custGeom>
            <a:avLst/>
            <a:gdLst>
              <a:gd name="connisteX0" fmla="*/ 0 w 5334000"/>
              <a:gd name="connsiteY0" fmla="*/ 203200 h 4724400"/>
              <a:gd name="connisteX1" fmla="*/ 203200 w 5334000"/>
              <a:gd name="connsiteY1" fmla="*/ 0 h 4724400"/>
              <a:gd name="connisteX2" fmla="*/ 5130800 w 5334000"/>
              <a:gd name="connsiteY2" fmla="*/ 0 h 4724400"/>
              <a:gd name="connisteX3" fmla="*/ 5334000 w 5334000"/>
              <a:gd name="connsiteY3" fmla="*/ 203200 h 4724400"/>
              <a:gd name="connisteX4" fmla="*/ 5334000 w 5334000"/>
              <a:gd name="connsiteY4" fmla="*/ 4521200 h 4724400"/>
              <a:gd name="connisteX5" fmla="*/ 5130800 w 5334000"/>
              <a:gd name="connsiteY5" fmla="*/ 4724400 h 4724400"/>
              <a:gd name="connisteX6" fmla="*/ 203200 w 5334000"/>
              <a:gd name="connsiteY6" fmla="*/ 4724400 h 4724400"/>
              <a:gd name="connisteX7" fmla="*/ 0 w 5334000"/>
              <a:gd name="connsiteY7" fmla="*/ 4521200 h 4724400"/>
              <a:gd name="connisteX8" fmla="*/ 0 w 5334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47244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914400" y="1828800"/>
            <a:ext cx="4724400" cy="1930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39624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914400" y="4419600"/>
            <a:ext cx="47244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248400" y="1524000"/>
            <a:ext cx="5334000" cy="4724400"/>
          </a:xfrm>
          <a:custGeom>
            <a:avLst/>
            <a:gdLst>
              <a:gd name="connisteX0" fmla="*/ 0 w 5334000"/>
              <a:gd name="connsiteY0" fmla="*/ 203200 h 4724400"/>
              <a:gd name="connisteX1" fmla="*/ 203200 w 5334000"/>
              <a:gd name="connsiteY1" fmla="*/ 0 h 4724400"/>
              <a:gd name="connisteX2" fmla="*/ 5130800 w 5334000"/>
              <a:gd name="connsiteY2" fmla="*/ 0 h 4724400"/>
              <a:gd name="connisteX3" fmla="*/ 5334000 w 5334000"/>
              <a:gd name="connsiteY3" fmla="*/ 203200 h 4724400"/>
              <a:gd name="connisteX4" fmla="*/ 5334000 w 5334000"/>
              <a:gd name="connsiteY4" fmla="*/ 4521200 h 4724400"/>
              <a:gd name="connisteX5" fmla="*/ 5130800 w 5334000"/>
              <a:gd name="connsiteY5" fmla="*/ 4724400 h 4724400"/>
              <a:gd name="connisteX6" fmla="*/ 203200 w 5334000"/>
              <a:gd name="connsiteY6" fmla="*/ 4724400 h 4724400"/>
              <a:gd name="connisteX7" fmla="*/ 0 w 5334000"/>
              <a:gd name="connsiteY7" fmla="*/ 4521200 h 4724400"/>
              <a:gd name="connisteX8" fmla="*/ 0 w 53340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47244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553200" y="1828800"/>
            <a:ext cx="4724400" cy="1930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6553200" y="39624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6553200" y="4419600"/>
            <a:ext cx="47244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页-10014_9">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1524000"/>
            <a:ext cx="5588000" cy="2209800"/>
          </a:xfrm>
          <a:custGeom>
            <a:avLst/>
            <a:gdLst>
              <a:gd name="connisteX0" fmla="*/ 0 w 5588000"/>
              <a:gd name="connsiteY0" fmla="*/ 203200 h 2209800"/>
              <a:gd name="connisteX1" fmla="*/ 203200 w 5588000"/>
              <a:gd name="connsiteY1" fmla="*/ 0 h 2209800"/>
              <a:gd name="connisteX2" fmla="*/ 5384800 w 5588000"/>
              <a:gd name="connsiteY2" fmla="*/ 0 h 2209800"/>
              <a:gd name="connisteX3" fmla="*/ 5588000 w 5588000"/>
              <a:gd name="connsiteY3" fmla="*/ 203200 h 2209800"/>
              <a:gd name="connisteX4" fmla="*/ 5588000 w 5588000"/>
              <a:gd name="connsiteY4" fmla="*/ 2006600 h 2209800"/>
              <a:gd name="connisteX5" fmla="*/ 5384800 w 5588000"/>
              <a:gd name="connsiteY5" fmla="*/ 2209800 h 2209800"/>
              <a:gd name="connisteX6" fmla="*/ 203200 w 5588000"/>
              <a:gd name="connsiteY6" fmla="*/ 2209800 h 2209800"/>
              <a:gd name="connisteX7" fmla="*/ 0 w 5588000"/>
              <a:gd name="connsiteY7" fmla="*/ 2006600 h 2209800"/>
              <a:gd name="connisteX8" fmla="*/ 0 w 5588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588000" h="2209800">
                <a:moveTo>
                  <a:pt x="0" y="203200"/>
                </a:moveTo>
                <a:cubicBezTo>
                  <a:pt x="0" y="90976"/>
                  <a:pt x="90976" y="0"/>
                  <a:pt x="203200" y="0"/>
                </a:cubicBezTo>
                <a:lnTo>
                  <a:pt x="5384800" y="0"/>
                </a:lnTo>
                <a:cubicBezTo>
                  <a:pt x="5497024" y="0"/>
                  <a:pt x="5588000" y="90976"/>
                  <a:pt x="5588000" y="203200"/>
                </a:cubicBezTo>
                <a:lnTo>
                  <a:pt x="5588000" y="2006600"/>
                </a:lnTo>
                <a:cubicBezTo>
                  <a:pt x="5588000" y="2118824"/>
                  <a:pt x="5497024" y="2209800"/>
                  <a:pt x="5384800" y="2209800"/>
                </a:cubicBezTo>
                <a:lnTo>
                  <a:pt x="203200" y="2209800"/>
                </a:lnTo>
                <a:cubicBezTo>
                  <a:pt x="90976" y="2209800"/>
                  <a:pt x="0" y="2118824"/>
                  <a:pt x="0" y="2006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6502400" y="1892300"/>
            <a:ext cx="5080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6502400" y="2451100"/>
            <a:ext cx="5080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内容占位符 14"/>
          <p:cNvSpPr>
            <a:spLocks noGrp="1"/>
          </p:cNvSpPr>
          <p:nvPr>
            <p:ph idx="16391" hasCustomPrompt="1"/>
            <p:custDataLst>
              <p:tags r:id="rId9"/>
            </p:custDataLst>
          </p:nvPr>
        </p:nvSpPr>
        <p:spPr>
          <a:xfrm>
            <a:off x="609600" y="4038600"/>
            <a:ext cx="5588000" cy="2209800"/>
          </a:xfrm>
          <a:custGeom>
            <a:avLst/>
            <a:gdLst>
              <a:gd name="connisteX0" fmla="*/ 0 w 5588000"/>
              <a:gd name="connsiteY0" fmla="*/ 203200 h 2209800"/>
              <a:gd name="connisteX1" fmla="*/ 203200 w 5588000"/>
              <a:gd name="connsiteY1" fmla="*/ 0 h 2209800"/>
              <a:gd name="connisteX2" fmla="*/ 5384800 w 5588000"/>
              <a:gd name="connsiteY2" fmla="*/ 0 h 2209800"/>
              <a:gd name="connisteX3" fmla="*/ 5588000 w 5588000"/>
              <a:gd name="connsiteY3" fmla="*/ 203200 h 2209800"/>
              <a:gd name="connisteX4" fmla="*/ 5588000 w 5588000"/>
              <a:gd name="connsiteY4" fmla="*/ 2006600 h 2209800"/>
              <a:gd name="connisteX5" fmla="*/ 5384800 w 5588000"/>
              <a:gd name="connsiteY5" fmla="*/ 2209800 h 2209800"/>
              <a:gd name="connisteX6" fmla="*/ 203200 w 5588000"/>
              <a:gd name="connsiteY6" fmla="*/ 2209800 h 2209800"/>
              <a:gd name="connisteX7" fmla="*/ 0 w 5588000"/>
              <a:gd name="connsiteY7" fmla="*/ 2006600 h 2209800"/>
              <a:gd name="connisteX8" fmla="*/ 0 w 5588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588000" h="2209800">
                <a:moveTo>
                  <a:pt x="0" y="203200"/>
                </a:moveTo>
                <a:cubicBezTo>
                  <a:pt x="0" y="90976"/>
                  <a:pt x="90976" y="0"/>
                  <a:pt x="203200" y="0"/>
                </a:cubicBezTo>
                <a:lnTo>
                  <a:pt x="5384800" y="0"/>
                </a:lnTo>
                <a:cubicBezTo>
                  <a:pt x="5497024" y="0"/>
                  <a:pt x="5588000" y="90976"/>
                  <a:pt x="5588000" y="203200"/>
                </a:cubicBezTo>
                <a:lnTo>
                  <a:pt x="5588000" y="2006600"/>
                </a:lnTo>
                <a:cubicBezTo>
                  <a:pt x="5588000" y="2118824"/>
                  <a:pt x="5497024" y="2209800"/>
                  <a:pt x="5384800" y="2209800"/>
                </a:cubicBezTo>
                <a:lnTo>
                  <a:pt x="203200" y="2209800"/>
                </a:lnTo>
                <a:cubicBezTo>
                  <a:pt x="90976" y="2209800"/>
                  <a:pt x="0" y="2118824"/>
                  <a:pt x="0" y="2006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文本占位符 15"/>
          <p:cNvSpPr>
            <a:spLocks noGrp="1"/>
          </p:cNvSpPr>
          <p:nvPr>
            <p:ph type="body" idx="16388" hasCustomPrompt="1"/>
            <p:custDataLst>
              <p:tags r:id="rId10"/>
            </p:custDataLst>
          </p:nvPr>
        </p:nvSpPr>
        <p:spPr>
          <a:xfrm>
            <a:off x="6502400" y="4406900"/>
            <a:ext cx="5080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89" hasCustomPrompt="1"/>
            <p:custDataLst>
              <p:tags r:id="rId11"/>
            </p:custDataLst>
          </p:nvPr>
        </p:nvSpPr>
        <p:spPr>
          <a:xfrm>
            <a:off x="6502400" y="4965700"/>
            <a:ext cx="5080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页-上标下内-装饰右叠-颜色错位-并列-32_7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1" hasCustomPrompt="1"/>
            <p:custDataLst>
              <p:tags r:id="rId6"/>
            </p:custDataLst>
          </p:nvPr>
        </p:nvSpPr>
        <p:spPr>
          <a:xfrm>
            <a:off x="609600" y="1524000"/>
            <a:ext cx="10972800" cy="2209800"/>
          </a:xfrm>
          <a:custGeom>
            <a:avLst/>
            <a:gdLst>
              <a:gd name="connisteX0" fmla="*/ 0 w 10972800"/>
              <a:gd name="connsiteY0" fmla="*/ 203200 h 2209800"/>
              <a:gd name="connisteX1" fmla="*/ 203200 w 10972800"/>
              <a:gd name="connsiteY1" fmla="*/ 0 h 2209800"/>
              <a:gd name="connisteX2" fmla="*/ 10769600 w 10972800"/>
              <a:gd name="connsiteY2" fmla="*/ 0 h 2209800"/>
              <a:gd name="connisteX3" fmla="*/ 10972800 w 10972800"/>
              <a:gd name="connsiteY3" fmla="*/ 203200 h 2209800"/>
              <a:gd name="connisteX4" fmla="*/ 10972800 w 10972800"/>
              <a:gd name="connsiteY4" fmla="*/ 2006600 h 2209800"/>
              <a:gd name="connisteX5" fmla="*/ 10769600 w 10972800"/>
              <a:gd name="connsiteY5" fmla="*/ 2209800 h 2209800"/>
              <a:gd name="connisteX6" fmla="*/ 203200 w 10972800"/>
              <a:gd name="connsiteY6" fmla="*/ 2209800 h 2209800"/>
              <a:gd name="connisteX7" fmla="*/ 0 w 10972800"/>
              <a:gd name="connsiteY7" fmla="*/ 2006600 h 2209800"/>
              <a:gd name="connisteX8" fmla="*/ 0 w 109728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209800">
                <a:moveTo>
                  <a:pt x="0" y="203200"/>
                </a:moveTo>
                <a:cubicBezTo>
                  <a:pt x="0" y="90976"/>
                  <a:pt x="90976" y="0"/>
                  <a:pt x="203200" y="0"/>
                </a:cubicBezTo>
                <a:lnTo>
                  <a:pt x="10769600" y="0"/>
                </a:lnTo>
                <a:cubicBezTo>
                  <a:pt x="10881824" y="0"/>
                  <a:pt x="10972800" y="90976"/>
                  <a:pt x="10972800" y="203200"/>
                </a:cubicBezTo>
                <a:lnTo>
                  <a:pt x="10972800" y="2006600"/>
                </a:lnTo>
                <a:cubicBezTo>
                  <a:pt x="10972800" y="2118824"/>
                  <a:pt x="10881824" y="2209800"/>
                  <a:pt x="107696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2" hasCustomPrompt="1"/>
            <p:custDataLst>
              <p:tags r:id="rId7"/>
            </p:custDataLst>
          </p:nvPr>
        </p:nvSpPr>
        <p:spPr>
          <a:xfrm>
            <a:off x="1016000" y="18669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图片占位符 13"/>
          <p:cNvSpPr>
            <a:spLocks noGrp="1"/>
          </p:cNvSpPr>
          <p:nvPr>
            <p:ph type="pic" idx="16390" hasCustomPrompt="1"/>
            <p:custDataLst>
              <p:tags r:id="rId8"/>
            </p:custDataLst>
          </p:nvPr>
        </p:nvSpPr>
        <p:spPr>
          <a:xfrm>
            <a:off x="1371600" y="2222500"/>
            <a:ext cx="812800" cy="8128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5" name="文本占位符 14"/>
          <p:cNvSpPr>
            <a:spLocks noGrp="1"/>
          </p:cNvSpPr>
          <p:nvPr>
            <p:ph type="body" idx="16386" hasCustomPrompt="1"/>
            <p:custDataLst>
              <p:tags r:id="rId9"/>
            </p:custDataLst>
          </p:nvPr>
        </p:nvSpPr>
        <p:spPr>
          <a:xfrm>
            <a:off x="2895600" y="2197100"/>
            <a:ext cx="828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87" hasCustomPrompt="1"/>
            <p:custDataLst>
              <p:tags r:id="rId10"/>
            </p:custDataLst>
          </p:nvPr>
        </p:nvSpPr>
        <p:spPr>
          <a:xfrm>
            <a:off x="2895600" y="2755900"/>
            <a:ext cx="82804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7" name="装饰  6"/>
          <p:cNvSpPr>
            <a:spLocks noGrp="1"/>
          </p:cNvSpPr>
          <p:nvPr>
            <p:ph type="body" idx="16394" hasCustomPrompt="1"/>
            <p:custDataLst>
              <p:tags r:id="rId11"/>
            </p:custDataLst>
          </p:nvPr>
        </p:nvSpPr>
        <p:spPr>
          <a:xfrm>
            <a:off x="609600" y="4038600"/>
            <a:ext cx="10972800" cy="2209800"/>
          </a:xfrm>
          <a:custGeom>
            <a:avLst/>
            <a:gdLst>
              <a:gd name="connisteX0" fmla="*/ 0 w 10972800"/>
              <a:gd name="connsiteY0" fmla="*/ 203200 h 2209800"/>
              <a:gd name="connisteX1" fmla="*/ 203200 w 10972800"/>
              <a:gd name="connsiteY1" fmla="*/ 0 h 2209800"/>
              <a:gd name="connisteX2" fmla="*/ 10769600 w 10972800"/>
              <a:gd name="connsiteY2" fmla="*/ 0 h 2209800"/>
              <a:gd name="connisteX3" fmla="*/ 10972800 w 10972800"/>
              <a:gd name="connsiteY3" fmla="*/ 203200 h 2209800"/>
              <a:gd name="connisteX4" fmla="*/ 10972800 w 10972800"/>
              <a:gd name="connsiteY4" fmla="*/ 2006600 h 2209800"/>
              <a:gd name="connisteX5" fmla="*/ 10769600 w 10972800"/>
              <a:gd name="connsiteY5" fmla="*/ 2209800 h 2209800"/>
              <a:gd name="connisteX6" fmla="*/ 203200 w 10972800"/>
              <a:gd name="connsiteY6" fmla="*/ 2209800 h 2209800"/>
              <a:gd name="connisteX7" fmla="*/ 0 w 10972800"/>
              <a:gd name="connsiteY7" fmla="*/ 2006600 h 2209800"/>
              <a:gd name="connisteX8" fmla="*/ 0 w 109728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209800">
                <a:moveTo>
                  <a:pt x="0" y="203200"/>
                </a:moveTo>
                <a:cubicBezTo>
                  <a:pt x="0" y="90976"/>
                  <a:pt x="90976" y="0"/>
                  <a:pt x="203200" y="0"/>
                </a:cubicBezTo>
                <a:lnTo>
                  <a:pt x="10769600" y="0"/>
                </a:lnTo>
                <a:cubicBezTo>
                  <a:pt x="10881824" y="0"/>
                  <a:pt x="10972800" y="90976"/>
                  <a:pt x="10972800" y="203200"/>
                </a:cubicBezTo>
                <a:lnTo>
                  <a:pt x="10972800" y="2006600"/>
                </a:lnTo>
                <a:cubicBezTo>
                  <a:pt x="10972800" y="2118824"/>
                  <a:pt x="10881824" y="2209800"/>
                  <a:pt x="10769600" y="2209800"/>
                </a:cubicBezTo>
                <a:lnTo>
                  <a:pt x="203200" y="2209800"/>
                </a:lnTo>
                <a:cubicBezTo>
                  <a:pt x="90976" y="2209800"/>
                  <a:pt x="0" y="2118824"/>
                  <a:pt x="0" y="20066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装饰  7"/>
          <p:cNvSpPr>
            <a:spLocks noGrp="1"/>
          </p:cNvSpPr>
          <p:nvPr>
            <p:ph type="body" idx="16395" hasCustomPrompt="1"/>
            <p:custDataLst>
              <p:tags r:id="rId12"/>
            </p:custDataLst>
          </p:nvPr>
        </p:nvSpPr>
        <p:spPr>
          <a:xfrm>
            <a:off x="1016000" y="43815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FFFFFF"/>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9" name="图片占位符 18"/>
          <p:cNvSpPr>
            <a:spLocks noGrp="1"/>
          </p:cNvSpPr>
          <p:nvPr>
            <p:ph type="pic" idx="16393" hasCustomPrompt="1"/>
            <p:custDataLst>
              <p:tags r:id="rId13"/>
            </p:custDataLst>
          </p:nvPr>
        </p:nvSpPr>
        <p:spPr>
          <a:xfrm>
            <a:off x="1371600" y="4737100"/>
            <a:ext cx="812800" cy="8128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0" name="文本占位符 19"/>
          <p:cNvSpPr>
            <a:spLocks noGrp="1"/>
          </p:cNvSpPr>
          <p:nvPr>
            <p:ph type="body" idx="16388" hasCustomPrompt="1"/>
            <p:custDataLst>
              <p:tags r:id="rId14"/>
            </p:custDataLst>
          </p:nvPr>
        </p:nvSpPr>
        <p:spPr>
          <a:xfrm>
            <a:off x="2895600" y="4711700"/>
            <a:ext cx="82804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89" hasCustomPrompt="1"/>
            <p:custDataLst>
              <p:tags r:id="rId15"/>
            </p:custDataLst>
          </p:nvPr>
        </p:nvSpPr>
        <p:spPr>
          <a:xfrm>
            <a:off x="2895600" y="5270500"/>
            <a:ext cx="8280400" cy="304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正文页-10009_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1524000"/>
            <a:ext cx="5334000" cy="3251200"/>
          </a:xfrm>
          <a:custGeom>
            <a:avLst/>
            <a:gdLst>
              <a:gd name="connisteX0" fmla="*/ 0 w 5334000"/>
              <a:gd name="connsiteY0" fmla="*/ 203200 h 3251200"/>
              <a:gd name="connisteX1" fmla="*/ 203200 w 5334000"/>
              <a:gd name="connsiteY1" fmla="*/ 0 h 3251200"/>
              <a:gd name="connisteX2" fmla="*/ 5130800 w 5334000"/>
              <a:gd name="connsiteY2" fmla="*/ 0 h 3251200"/>
              <a:gd name="connisteX3" fmla="*/ 5334000 w 5334000"/>
              <a:gd name="connsiteY3" fmla="*/ 203200 h 3251200"/>
              <a:gd name="connisteX4" fmla="*/ 5334000 w 5334000"/>
              <a:gd name="connsiteY4" fmla="*/ 3048000 h 3251200"/>
              <a:gd name="connisteX5" fmla="*/ 5130800 w 5334000"/>
              <a:gd name="connsiteY5" fmla="*/ 3251200 h 3251200"/>
              <a:gd name="connisteX6" fmla="*/ 203200 w 5334000"/>
              <a:gd name="connsiteY6" fmla="*/ 3251200 h 3251200"/>
              <a:gd name="connisteX7" fmla="*/ 0 w 5334000"/>
              <a:gd name="connsiteY7" fmla="*/ 3048000 h 3251200"/>
              <a:gd name="connisteX8" fmla="*/ 0 w 5334000"/>
              <a:gd name="connsiteY8" fmla="*/ 203200 h 3251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3251200">
                <a:moveTo>
                  <a:pt x="0" y="203200"/>
                </a:moveTo>
                <a:cubicBezTo>
                  <a:pt x="0" y="90976"/>
                  <a:pt x="90976" y="0"/>
                  <a:pt x="203200" y="0"/>
                </a:cubicBezTo>
                <a:lnTo>
                  <a:pt x="5130800" y="0"/>
                </a:lnTo>
                <a:cubicBezTo>
                  <a:pt x="5243024" y="0"/>
                  <a:pt x="5334000" y="90976"/>
                  <a:pt x="5334000" y="203200"/>
                </a:cubicBezTo>
                <a:lnTo>
                  <a:pt x="5334000" y="3048000"/>
                </a:lnTo>
                <a:cubicBezTo>
                  <a:pt x="5334000" y="3160224"/>
                  <a:pt x="5243024" y="3251200"/>
                  <a:pt x="5130800" y="3251200"/>
                </a:cubicBezTo>
                <a:lnTo>
                  <a:pt x="203200" y="3251200"/>
                </a:lnTo>
                <a:cubicBezTo>
                  <a:pt x="90976" y="3251200"/>
                  <a:pt x="0" y="3160224"/>
                  <a:pt x="0" y="30480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609600" y="5080000"/>
            <a:ext cx="5334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609600" y="5638800"/>
            <a:ext cx="5334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内容占位符 14"/>
          <p:cNvSpPr>
            <a:spLocks noGrp="1"/>
          </p:cNvSpPr>
          <p:nvPr>
            <p:ph idx="16391" hasCustomPrompt="1"/>
            <p:custDataLst>
              <p:tags r:id="rId9"/>
            </p:custDataLst>
          </p:nvPr>
        </p:nvSpPr>
        <p:spPr>
          <a:xfrm>
            <a:off x="6248400" y="1524000"/>
            <a:ext cx="5334000" cy="3251200"/>
          </a:xfrm>
          <a:custGeom>
            <a:avLst/>
            <a:gdLst>
              <a:gd name="connisteX0" fmla="*/ 0 w 5334000"/>
              <a:gd name="connsiteY0" fmla="*/ 203200 h 3251200"/>
              <a:gd name="connisteX1" fmla="*/ 203200 w 5334000"/>
              <a:gd name="connsiteY1" fmla="*/ 0 h 3251200"/>
              <a:gd name="connisteX2" fmla="*/ 5130800 w 5334000"/>
              <a:gd name="connsiteY2" fmla="*/ 0 h 3251200"/>
              <a:gd name="connisteX3" fmla="*/ 5334000 w 5334000"/>
              <a:gd name="connsiteY3" fmla="*/ 203200 h 3251200"/>
              <a:gd name="connisteX4" fmla="*/ 5334000 w 5334000"/>
              <a:gd name="connsiteY4" fmla="*/ 3048000 h 3251200"/>
              <a:gd name="connisteX5" fmla="*/ 5130800 w 5334000"/>
              <a:gd name="connsiteY5" fmla="*/ 3251200 h 3251200"/>
              <a:gd name="connisteX6" fmla="*/ 203200 w 5334000"/>
              <a:gd name="connsiteY6" fmla="*/ 3251200 h 3251200"/>
              <a:gd name="connisteX7" fmla="*/ 0 w 5334000"/>
              <a:gd name="connsiteY7" fmla="*/ 3048000 h 3251200"/>
              <a:gd name="connisteX8" fmla="*/ 0 w 5334000"/>
              <a:gd name="connsiteY8" fmla="*/ 203200 h 3251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3251200">
                <a:moveTo>
                  <a:pt x="0" y="203200"/>
                </a:moveTo>
                <a:cubicBezTo>
                  <a:pt x="0" y="90976"/>
                  <a:pt x="90976" y="0"/>
                  <a:pt x="203200" y="0"/>
                </a:cubicBezTo>
                <a:lnTo>
                  <a:pt x="5130800" y="0"/>
                </a:lnTo>
                <a:cubicBezTo>
                  <a:pt x="5243024" y="0"/>
                  <a:pt x="5334000" y="90976"/>
                  <a:pt x="5334000" y="203200"/>
                </a:cubicBezTo>
                <a:lnTo>
                  <a:pt x="5334000" y="3048000"/>
                </a:lnTo>
                <a:cubicBezTo>
                  <a:pt x="5334000" y="3160224"/>
                  <a:pt x="5243024" y="3251200"/>
                  <a:pt x="5130800" y="3251200"/>
                </a:cubicBezTo>
                <a:lnTo>
                  <a:pt x="203200" y="3251200"/>
                </a:lnTo>
                <a:cubicBezTo>
                  <a:pt x="90976" y="3251200"/>
                  <a:pt x="0" y="3160224"/>
                  <a:pt x="0" y="30480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文本占位符 15"/>
          <p:cNvSpPr>
            <a:spLocks noGrp="1"/>
          </p:cNvSpPr>
          <p:nvPr>
            <p:ph type="body" idx="16388" hasCustomPrompt="1"/>
            <p:custDataLst>
              <p:tags r:id="rId10"/>
            </p:custDataLst>
          </p:nvPr>
        </p:nvSpPr>
        <p:spPr>
          <a:xfrm>
            <a:off x="6248400" y="5080000"/>
            <a:ext cx="5334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89" hasCustomPrompt="1"/>
            <p:custDataLst>
              <p:tags r:id="rId11"/>
            </p:custDataLst>
          </p:nvPr>
        </p:nvSpPr>
        <p:spPr>
          <a:xfrm>
            <a:off x="6248400" y="5638800"/>
            <a:ext cx="5334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正文页-上标中内下图-装饰下-默认位置-并列-59_38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3454400"/>
            <a:ext cx="10972800" cy="2794000"/>
          </a:xfrm>
          <a:custGeom>
            <a:avLst/>
            <a:gdLst>
              <a:gd name="connisteX0" fmla="*/ 0 w 10972800"/>
              <a:gd name="connsiteY0" fmla="*/ 203200 h 2794000"/>
              <a:gd name="connisteX1" fmla="*/ 203200 w 10972800"/>
              <a:gd name="connsiteY1" fmla="*/ 0 h 2794000"/>
              <a:gd name="connisteX2" fmla="*/ 10769600 w 10972800"/>
              <a:gd name="connsiteY2" fmla="*/ 0 h 2794000"/>
              <a:gd name="connisteX3" fmla="*/ 10972800 w 10972800"/>
              <a:gd name="connsiteY3" fmla="*/ 203200 h 2794000"/>
              <a:gd name="connisteX4" fmla="*/ 10972800 w 10972800"/>
              <a:gd name="connsiteY4" fmla="*/ 2590800 h 2794000"/>
              <a:gd name="connisteX5" fmla="*/ 10769600 w 10972800"/>
              <a:gd name="connsiteY5" fmla="*/ 2794000 h 2794000"/>
              <a:gd name="connisteX6" fmla="*/ 203200 w 10972800"/>
              <a:gd name="connsiteY6" fmla="*/ 2794000 h 2794000"/>
              <a:gd name="connisteX7" fmla="*/ 0 w 10972800"/>
              <a:gd name="connsiteY7" fmla="*/ 2590800 h 2794000"/>
              <a:gd name="connisteX8" fmla="*/ 0 w 10972800"/>
              <a:gd name="connsiteY8" fmla="*/ 203200 h 279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794000">
                <a:moveTo>
                  <a:pt x="0" y="203200"/>
                </a:moveTo>
                <a:cubicBezTo>
                  <a:pt x="0" y="90976"/>
                  <a:pt x="90976" y="0"/>
                  <a:pt x="203200" y="0"/>
                </a:cubicBezTo>
                <a:lnTo>
                  <a:pt x="10769600" y="0"/>
                </a:lnTo>
                <a:cubicBezTo>
                  <a:pt x="10881824" y="0"/>
                  <a:pt x="10972800" y="90976"/>
                  <a:pt x="10972800" y="203200"/>
                </a:cubicBezTo>
                <a:lnTo>
                  <a:pt x="10972800" y="2590800"/>
                </a:lnTo>
                <a:cubicBezTo>
                  <a:pt x="10972800" y="2703024"/>
                  <a:pt x="10881824" y="2794000"/>
                  <a:pt x="10769600" y="2794000"/>
                </a:cubicBezTo>
                <a:lnTo>
                  <a:pt x="203200" y="2794000"/>
                </a:lnTo>
                <a:cubicBezTo>
                  <a:pt x="90976" y="2794000"/>
                  <a:pt x="0" y="2703024"/>
                  <a:pt x="0" y="2590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609600" y="1524000"/>
            <a:ext cx="5334000" cy="1778000"/>
          </a:xfrm>
          <a:custGeom>
            <a:avLst/>
            <a:gdLst>
              <a:gd name="connisteX0" fmla="*/ 0 w 5334000"/>
              <a:gd name="connsiteY0" fmla="*/ 203200 h 1778000"/>
              <a:gd name="connisteX1" fmla="*/ 203200 w 5334000"/>
              <a:gd name="connsiteY1" fmla="*/ 0 h 1778000"/>
              <a:gd name="connisteX2" fmla="*/ 5130800 w 5334000"/>
              <a:gd name="connsiteY2" fmla="*/ 0 h 1778000"/>
              <a:gd name="connisteX3" fmla="*/ 5334000 w 5334000"/>
              <a:gd name="connsiteY3" fmla="*/ 203200 h 1778000"/>
              <a:gd name="connisteX4" fmla="*/ 5334000 w 5334000"/>
              <a:gd name="connsiteY4" fmla="*/ 1574800 h 1778000"/>
              <a:gd name="connisteX5" fmla="*/ 5130800 w 5334000"/>
              <a:gd name="connsiteY5" fmla="*/ 1778000 h 1778000"/>
              <a:gd name="connisteX6" fmla="*/ 203200 w 5334000"/>
              <a:gd name="connsiteY6" fmla="*/ 1778000 h 1778000"/>
              <a:gd name="connisteX7" fmla="*/ 0 w 5334000"/>
              <a:gd name="connsiteY7" fmla="*/ 1574800 h 1778000"/>
              <a:gd name="connisteX8" fmla="*/ 0 w 5334000"/>
              <a:gd name="connsiteY8" fmla="*/ 203200 h 177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1778000">
                <a:moveTo>
                  <a:pt x="0" y="203200"/>
                </a:moveTo>
                <a:cubicBezTo>
                  <a:pt x="0" y="90976"/>
                  <a:pt x="90976" y="0"/>
                  <a:pt x="203200" y="0"/>
                </a:cubicBezTo>
                <a:lnTo>
                  <a:pt x="5130800" y="0"/>
                </a:lnTo>
                <a:cubicBezTo>
                  <a:pt x="5243024" y="0"/>
                  <a:pt x="5334000" y="90976"/>
                  <a:pt x="5334000" y="203200"/>
                </a:cubicBezTo>
                <a:lnTo>
                  <a:pt x="5334000" y="1574800"/>
                </a:lnTo>
                <a:cubicBezTo>
                  <a:pt x="5334000" y="1687024"/>
                  <a:pt x="5243024" y="1778000"/>
                  <a:pt x="5130800" y="1778000"/>
                </a:cubicBezTo>
                <a:lnTo>
                  <a:pt x="203200" y="1778000"/>
                </a:lnTo>
                <a:cubicBezTo>
                  <a:pt x="90976" y="1778000"/>
                  <a:pt x="0" y="1687024"/>
                  <a:pt x="0" y="157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914400" y="18288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914400" y="23876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248400" y="1524000"/>
            <a:ext cx="5334000" cy="1778000"/>
          </a:xfrm>
          <a:custGeom>
            <a:avLst/>
            <a:gdLst>
              <a:gd name="connisteX0" fmla="*/ 0 w 5334000"/>
              <a:gd name="connsiteY0" fmla="*/ 203200 h 1778000"/>
              <a:gd name="connisteX1" fmla="*/ 203200 w 5334000"/>
              <a:gd name="connsiteY1" fmla="*/ 0 h 1778000"/>
              <a:gd name="connisteX2" fmla="*/ 5130800 w 5334000"/>
              <a:gd name="connsiteY2" fmla="*/ 0 h 1778000"/>
              <a:gd name="connisteX3" fmla="*/ 5334000 w 5334000"/>
              <a:gd name="connsiteY3" fmla="*/ 203200 h 1778000"/>
              <a:gd name="connisteX4" fmla="*/ 5334000 w 5334000"/>
              <a:gd name="connsiteY4" fmla="*/ 1574800 h 1778000"/>
              <a:gd name="connisteX5" fmla="*/ 5130800 w 5334000"/>
              <a:gd name="connsiteY5" fmla="*/ 1778000 h 1778000"/>
              <a:gd name="connisteX6" fmla="*/ 203200 w 5334000"/>
              <a:gd name="connsiteY6" fmla="*/ 1778000 h 1778000"/>
              <a:gd name="connisteX7" fmla="*/ 0 w 5334000"/>
              <a:gd name="connsiteY7" fmla="*/ 1574800 h 1778000"/>
              <a:gd name="connisteX8" fmla="*/ 0 w 5334000"/>
              <a:gd name="connsiteY8" fmla="*/ 203200 h 1778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1778000">
                <a:moveTo>
                  <a:pt x="0" y="203200"/>
                </a:moveTo>
                <a:cubicBezTo>
                  <a:pt x="0" y="90976"/>
                  <a:pt x="90976" y="0"/>
                  <a:pt x="203200" y="0"/>
                </a:cubicBezTo>
                <a:lnTo>
                  <a:pt x="5130800" y="0"/>
                </a:lnTo>
                <a:cubicBezTo>
                  <a:pt x="5243024" y="0"/>
                  <a:pt x="5334000" y="90976"/>
                  <a:pt x="5334000" y="203200"/>
                </a:cubicBezTo>
                <a:lnTo>
                  <a:pt x="5334000" y="1574800"/>
                </a:lnTo>
                <a:cubicBezTo>
                  <a:pt x="5334000" y="1687024"/>
                  <a:pt x="5243024" y="1778000"/>
                  <a:pt x="5130800" y="1778000"/>
                </a:cubicBezTo>
                <a:lnTo>
                  <a:pt x="203200" y="1778000"/>
                </a:lnTo>
                <a:cubicBezTo>
                  <a:pt x="90976" y="1778000"/>
                  <a:pt x="0" y="1687024"/>
                  <a:pt x="0" y="1574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6553200" y="18288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6553200" y="23876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正文页-上标下内-装饰无-颜色错位-并列-2_10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5181600" y="1524000"/>
            <a:ext cx="6400800" cy="2209800"/>
          </a:xfrm>
          <a:custGeom>
            <a:avLst/>
            <a:gdLst>
              <a:gd name="connisteX0" fmla="*/ 0 w 6400800"/>
              <a:gd name="connsiteY0" fmla="*/ 0 h 2209800"/>
              <a:gd name="connisteX1" fmla="*/ 6197600 w 6400800"/>
              <a:gd name="connsiteY1" fmla="*/ 0 h 2209800"/>
              <a:gd name="connisteX2" fmla="*/ 6400800 w 6400800"/>
              <a:gd name="connsiteY2" fmla="*/ 203200 h 2209800"/>
              <a:gd name="connisteX3" fmla="*/ 6400800 w 6400800"/>
              <a:gd name="connsiteY3" fmla="*/ 2006600 h 2209800"/>
              <a:gd name="connisteX4" fmla="*/ 6197600 w 6400800"/>
              <a:gd name="connsiteY4" fmla="*/ 2209800 h 2209800"/>
              <a:gd name="connisteX5" fmla="*/ 0 w 6400800"/>
              <a:gd name="connsiteY5" fmla="*/ 2209800 h 2209800"/>
              <a:gd name="connisteX6" fmla="*/ 0 w 6400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6400800" h="2209800">
                <a:moveTo>
                  <a:pt x="0" y="0"/>
                </a:moveTo>
                <a:lnTo>
                  <a:pt x="6197600" y="0"/>
                </a:lnTo>
                <a:cubicBezTo>
                  <a:pt x="6309824" y="0"/>
                  <a:pt x="6400800" y="90976"/>
                  <a:pt x="6400800" y="203200"/>
                </a:cubicBezTo>
                <a:lnTo>
                  <a:pt x="6400800" y="2006600"/>
                </a:lnTo>
                <a:cubicBezTo>
                  <a:pt x="6400800" y="2118824"/>
                  <a:pt x="6309824" y="2209800"/>
                  <a:pt x="6197600" y="2209800"/>
                </a:cubicBezTo>
                <a:lnTo>
                  <a:pt x="0" y="2209800"/>
                </a:ln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609600" y="1524000"/>
            <a:ext cx="4572000" cy="2209800"/>
          </a:xfrm>
          <a:custGeom>
            <a:avLst/>
            <a:gdLst>
              <a:gd name="connisteX0" fmla="*/ 0 w 4572000"/>
              <a:gd name="connsiteY0" fmla="*/ 203200 h 2209800"/>
              <a:gd name="connisteX1" fmla="*/ 203200 w 4572000"/>
              <a:gd name="connsiteY1" fmla="*/ 0 h 2209800"/>
              <a:gd name="connisteX2" fmla="*/ 4572000 w 4572000"/>
              <a:gd name="connsiteY2" fmla="*/ 0 h 2209800"/>
              <a:gd name="connisteX3" fmla="*/ 4572000 w 4572000"/>
              <a:gd name="connsiteY3" fmla="*/ 2209800 h 2209800"/>
              <a:gd name="connisteX4" fmla="*/ 203200 w 4572000"/>
              <a:gd name="connsiteY4" fmla="*/ 2209800 h 2209800"/>
              <a:gd name="connisteX5" fmla="*/ 0 w 4572000"/>
              <a:gd name="connsiteY5" fmla="*/ 2006600 h 2209800"/>
              <a:gd name="connisteX6" fmla="*/ 0 w 4572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4572000" h="2209800">
                <a:moveTo>
                  <a:pt x="0" y="203200"/>
                </a:moveTo>
                <a:cubicBezTo>
                  <a:pt x="0" y="90976"/>
                  <a:pt x="90976" y="0"/>
                  <a:pt x="203200" y="0"/>
                </a:cubicBezTo>
                <a:lnTo>
                  <a:pt x="4572000" y="0"/>
                </a:lnTo>
                <a:lnTo>
                  <a:pt x="4572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5486400" y="1892300"/>
            <a:ext cx="579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5486400" y="2451100"/>
            <a:ext cx="5791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5181600" y="4038600"/>
            <a:ext cx="6400800" cy="2209800"/>
          </a:xfrm>
          <a:custGeom>
            <a:avLst/>
            <a:gdLst>
              <a:gd name="connisteX0" fmla="*/ 0 w 6400800"/>
              <a:gd name="connsiteY0" fmla="*/ 0 h 2209800"/>
              <a:gd name="connisteX1" fmla="*/ 6197600 w 6400800"/>
              <a:gd name="connsiteY1" fmla="*/ 0 h 2209800"/>
              <a:gd name="connisteX2" fmla="*/ 6400800 w 6400800"/>
              <a:gd name="connsiteY2" fmla="*/ 203200 h 2209800"/>
              <a:gd name="connisteX3" fmla="*/ 6400800 w 6400800"/>
              <a:gd name="connsiteY3" fmla="*/ 2006600 h 2209800"/>
              <a:gd name="connisteX4" fmla="*/ 6197600 w 6400800"/>
              <a:gd name="connsiteY4" fmla="*/ 2209800 h 2209800"/>
              <a:gd name="connisteX5" fmla="*/ 0 w 6400800"/>
              <a:gd name="connsiteY5" fmla="*/ 2209800 h 2209800"/>
              <a:gd name="connisteX6" fmla="*/ 0 w 6400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6400800" h="2209800">
                <a:moveTo>
                  <a:pt x="0" y="0"/>
                </a:moveTo>
                <a:lnTo>
                  <a:pt x="6197600" y="0"/>
                </a:lnTo>
                <a:cubicBezTo>
                  <a:pt x="6309824" y="0"/>
                  <a:pt x="6400800" y="90976"/>
                  <a:pt x="6400800" y="203200"/>
                </a:cubicBezTo>
                <a:lnTo>
                  <a:pt x="6400800" y="2006600"/>
                </a:lnTo>
                <a:cubicBezTo>
                  <a:pt x="6400800" y="2118824"/>
                  <a:pt x="6309824" y="2209800"/>
                  <a:pt x="61976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09600" y="4038600"/>
            <a:ext cx="4572000" cy="2209800"/>
          </a:xfrm>
          <a:custGeom>
            <a:avLst/>
            <a:gdLst>
              <a:gd name="connisteX0" fmla="*/ 0 w 4572000"/>
              <a:gd name="connsiteY0" fmla="*/ 203200 h 2209800"/>
              <a:gd name="connisteX1" fmla="*/ 203200 w 4572000"/>
              <a:gd name="connsiteY1" fmla="*/ 0 h 2209800"/>
              <a:gd name="connisteX2" fmla="*/ 4572000 w 4572000"/>
              <a:gd name="connsiteY2" fmla="*/ 0 h 2209800"/>
              <a:gd name="connisteX3" fmla="*/ 4572000 w 4572000"/>
              <a:gd name="connsiteY3" fmla="*/ 2209800 h 2209800"/>
              <a:gd name="connisteX4" fmla="*/ 203200 w 4572000"/>
              <a:gd name="connsiteY4" fmla="*/ 2209800 h 2209800"/>
              <a:gd name="connisteX5" fmla="*/ 0 w 4572000"/>
              <a:gd name="connsiteY5" fmla="*/ 2006600 h 2209800"/>
              <a:gd name="connisteX6" fmla="*/ 0 w 4572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4572000" h="2209800">
                <a:moveTo>
                  <a:pt x="0" y="203200"/>
                </a:moveTo>
                <a:cubicBezTo>
                  <a:pt x="0" y="90976"/>
                  <a:pt x="90976" y="0"/>
                  <a:pt x="203200" y="0"/>
                </a:cubicBezTo>
                <a:lnTo>
                  <a:pt x="4572000" y="0"/>
                </a:lnTo>
                <a:lnTo>
                  <a:pt x="4572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5486400" y="4406900"/>
            <a:ext cx="5791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5486400" y="4965700"/>
            <a:ext cx="5791200" cy="9144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正文页-10003_7">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文本占位符 11"/>
          <p:cNvSpPr>
            <a:spLocks noGrp="1"/>
          </p:cNvSpPr>
          <p:nvPr>
            <p:ph type="body" idx="16386" hasCustomPrompt="1"/>
            <p:custDataLst>
              <p:tags r:id="rId6"/>
            </p:custDataLst>
          </p:nvPr>
        </p:nvSpPr>
        <p:spPr>
          <a:xfrm>
            <a:off x="609600" y="2336800"/>
            <a:ext cx="5334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装饰  2"/>
          <p:cNvSpPr>
            <a:spLocks noGrp="1"/>
          </p:cNvSpPr>
          <p:nvPr>
            <p:ph type="body" idx="16390" hasCustomPrompt="1"/>
            <p:custDataLst>
              <p:tags r:id="rId7"/>
            </p:custDataLst>
          </p:nvPr>
        </p:nvSpPr>
        <p:spPr>
          <a:xfrm>
            <a:off x="609600" y="2895600"/>
            <a:ext cx="5334000" cy="2540000"/>
          </a:xfrm>
          <a:custGeom>
            <a:avLst/>
            <a:gdLst>
              <a:gd name="connisteX0" fmla="*/ 0 w 5334000"/>
              <a:gd name="connsiteY0" fmla="*/ 203200 h 2540000"/>
              <a:gd name="connisteX1" fmla="*/ 203200 w 5334000"/>
              <a:gd name="connsiteY1" fmla="*/ 0 h 2540000"/>
              <a:gd name="connisteX2" fmla="*/ 5130800 w 5334000"/>
              <a:gd name="connsiteY2" fmla="*/ 0 h 2540000"/>
              <a:gd name="connisteX3" fmla="*/ 5334000 w 5334000"/>
              <a:gd name="connsiteY3" fmla="*/ 203200 h 2540000"/>
              <a:gd name="connisteX4" fmla="*/ 5334000 w 5334000"/>
              <a:gd name="connsiteY4" fmla="*/ 2336800 h 2540000"/>
              <a:gd name="connisteX5" fmla="*/ 5130800 w 5334000"/>
              <a:gd name="connsiteY5" fmla="*/ 2540000 h 2540000"/>
              <a:gd name="connisteX6" fmla="*/ 203200 w 5334000"/>
              <a:gd name="connsiteY6" fmla="*/ 2540000 h 2540000"/>
              <a:gd name="connisteX7" fmla="*/ 0 w 5334000"/>
              <a:gd name="connsiteY7" fmla="*/ 2336800 h 2540000"/>
              <a:gd name="connisteX8" fmla="*/ 0 w 5334000"/>
              <a:gd name="connsiteY8" fmla="*/ 203200 h 2540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540000">
                <a:moveTo>
                  <a:pt x="0" y="203200"/>
                </a:moveTo>
                <a:cubicBezTo>
                  <a:pt x="0" y="90976"/>
                  <a:pt x="90976" y="0"/>
                  <a:pt x="203200" y="0"/>
                </a:cubicBezTo>
                <a:lnTo>
                  <a:pt x="5130800" y="0"/>
                </a:lnTo>
                <a:cubicBezTo>
                  <a:pt x="5243024" y="0"/>
                  <a:pt x="5334000" y="90976"/>
                  <a:pt x="5334000" y="203200"/>
                </a:cubicBezTo>
                <a:lnTo>
                  <a:pt x="5334000" y="2336800"/>
                </a:lnTo>
                <a:cubicBezTo>
                  <a:pt x="5334000" y="2449024"/>
                  <a:pt x="5243024" y="2540000"/>
                  <a:pt x="5130800" y="2540000"/>
                </a:cubicBezTo>
                <a:lnTo>
                  <a:pt x="203200" y="2540000"/>
                </a:lnTo>
                <a:cubicBezTo>
                  <a:pt x="90976" y="2540000"/>
                  <a:pt x="0" y="2449024"/>
                  <a:pt x="0" y="2336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7" hasCustomPrompt="1"/>
            <p:custDataLst>
              <p:tags r:id="rId8"/>
            </p:custDataLst>
          </p:nvPr>
        </p:nvSpPr>
        <p:spPr>
          <a:xfrm>
            <a:off x="914400" y="38608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88" hasCustomPrompt="1"/>
            <p:custDataLst>
              <p:tags r:id="rId9"/>
            </p:custDataLst>
          </p:nvPr>
        </p:nvSpPr>
        <p:spPr>
          <a:xfrm>
            <a:off x="6248400" y="2336800"/>
            <a:ext cx="5334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装饰  5"/>
          <p:cNvSpPr>
            <a:spLocks noGrp="1"/>
          </p:cNvSpPr>
          <p:nvPr>
            <p:ph type="body" idx="16391" hasCustomPrompt="1"/>
            <p:custDataLst>
              <p:tags r:id="rId10"/>
            </p:custDataLst>
          </p:nvPr>
        </p:nvSpPr>
        <p:spPr>
          <a:xfrm>
            <a:off x="6248400" y="2895600"/>
            <a:ext cx="5334000" cy="2540000"/>
          </a:xfrm>
          <a:custGeom>
            <a:avLst/>
            <a:gdLst>
              <a:gd name="connisteX0" fmla="*/ 0 w 5334000"/>
              <a:gd name="connsiteY0" fmla="*/ 203200 h 2540000"/>
              <a:gd name="connisteX1" fmla="*/ 203200 w 5334000"/>
              <a:gd name="connsiteY1" fmla="*/ 0 h 2540000"/>
              <a:gd name="connisteX2" fmla="*/ 5130800 w 5334000"/>
              <a:gd name="connsiteY2" fmla="*/ 0 h 2540000"/>
              <a:gd name="connisteX3" fmla="*/ 5334000 w 5334000"/>
              <a:gd name="connsiteY3" fmla="*/ 203200 h 2540000"/>
              <a:gd name="connisteX4" fmla="*/ 5334000 w 5334000"/>
              <a:gd name="connsiteY4" fmla="*/ 2336800 h 2540000"/>
              <a:gd name="connisteX5" fmla="*/ 5130800 w 5334000"/>
              <a:gd name="connsiteY5" fmla="*/ 2540000 h 2540000"/>
              <a:gd name="connisteX6" fmla="*/ 203200 w 5334000"/>
              <a:gd name="connsiteY6" fmla="*/ 2540000 h 2540000"/>
              <a:gd name="connisteX7" fmla="*/ 0 w 5334000"/>
              <a:gd name="connsiteY7" fmla="*/ 2336800 h 2540000"/>
              <a:gd name="connisteX8" fmla="*/ 0 w 5334000"/>
              <a:gd name="connsiteY8" fmla="*/ 203200 h 2540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540000">
                <a:moveTo>
                  <a:pt x="0" y="203200"/>
                </a:moveTo>
                <a:cubicBezTo>
                  <a:pt x="0" y="90976"/>
                  <a:pt x="90976" y="0"/>
                  <a:pt x="203200" y="0"/>
                </a:cubicBezTo>
                <a:lnTo>
                  <a:pt x="5130800" y="0"/>
                </a:lnTo>
                <a:cubicBezTo>
                  <a:pt x="5243024" y="0"/>
                  <a:pt x="5334000" y="90976"/>
                  <a:pt x="5334000" y="203200"/>
                </a:cubicBezTo>
                <a:lnTo>
                  <a:pt x="5334000" y="2336800"/>
                </a:lnTo>
                <a:cubicBezTo>
                  <a:pt x="5334000" y="2449024"/>
                  <a:pt x="5243024" y="2540000"/>
                  <a:pt x="5130800" y="2540000"/>
                </a:cubicBezTo>
                <a:lnTo>
                  <a:pt x="203200" y="2540000"/>
                </a:lnTo>
                <a:cubicBezTo>
                  <a:pt x="90976" y="2540000"/>
                  <a:pt x="0" y="2449024"/>
                  <a:pt x="0" y="23368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9" hasCustomPrompt="1"/>
            <p:custDataLst>
              <p:tags r:id="rId11"/>
            </p:custDataLst>
          </p:nvPr>
        </p:nvSpPr>
        <p:spPr>
          <a:xfrm>
            <a:off x="6553200" y="38608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正文页-10013_1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1524000"/>
            <a:ext cx="10972800" cy="2184400"/>
          </a:xfrm>
          <a:custGeom>
            <a:avLst/>
            <a:gdLst>
              <a:gd name="connisteX0" fmla="*/ 0 w 10972800"/>
              <a:gd name="connsiteY0" fmla="*/ 203200 h 2184400"/>
              <a:gd name="connisteX1" fmla="*/ 203200 w 10972800"/>
              <a:gd name="connsiteY1" fmla="*/ 0 h 2184400"/>
              <a:gd name="connisteX2" fmla="*/ 10769600 w 10972800"/>
              <a:gd name="connsiteY2" fmla="*/ 0 h 2184400"/>
              <a:gd name="connisteX3" fmla="*/ 10972800 w 10972800"/>
              <a:gd name="connsiteY3" fmla="*/ 203200 h 2184400"/>
              <a:gd name="connisteX4" fmla="*/ 10972800 w 10972800"/>
              <a:gd name="connsiteY4" fmla="*/ 1981200 h 2184400"/>
              <a:gd name="connisteX5" fmla="*/ 10769600 w 10972800"/>
              <a:gd name="connsiteY5" fmla="*/ 2184400 h 2184400"/>
              <a:gd name="connisteX6" fmla="*/ 203200 w 10972800"/>
              <a:gd name="connsiteY6" fmla="*/ 2184400 h 2184400"/>
              <a:gd name="connisteX7" fmla="*/ 0 w 10972800"/>
              <a:gd name="connsiteY7" fmla="*/ 1981200 h 2184400"/>
              <a:gd name="connisteX8" fmla="*/ 0 w 10972800"/>
              <a:gd name="connsiteY8" fmla="*/ 203200 h 218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184400">
                <a:moveTo>
                  <a:pt x="0" y="203200"/>
                </a:moveTo>
                <a:cubicBezTo>
                  <a:pt x="0" y="90976"/>
                  <a:pt x="90976" y="0"/>
                  <a:pt x="203200" y="0"/>
                </a:cubicBezTo>
                <a:lnTo>
                  <a:pt x="10769600" y="0"/>
                </a:lnTo>
                <a:cubicBezTo>
                  <a:pt x="10881824" y="0"/>
                  <a:pt x="10972800" y="90976"/>
                  <a:pt x="10972800" y="203200"/>
                </a:cubicBezTo>
                <a:lnTo>
                  <a:pt x="10972800" y="1981200"/>
                </a:lnTo>
                <a:cubicBezTo>
                  <a:pt x="10972800" y="2093424"/>
                  <a:pt x="10881824" y="2184400"/>
                  <a:pt x="10769600" y="2184400"/>
                </a:cubicBezTo>
                <a:lnTo>
                  <a:pt x="203200" y="2184400"/>
                </a:lnTo>
                <a:cubicBezTo>
                  <a:pt x="90976" y="2184400"/>
                  <a:pt x="0" y="2093424"/>
                  <a:pt x="0" y="198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609600" y="41656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609600" y="4724400"/>
            <a:ext cx="51816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88" hasCustomPrompt="1"/>
            <p:custDataLst>
              <p:tags r:id="rId9"/>
            </p:custDataLst>
          </p:nvPr>
        </p:nvSpPr>
        <p:spPr>
          <a:xfrm>
            <a:off x="6400800" y="41656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89" hasCustomPrompt="1"/>
            <p:custDataLst>
              <p:tags r:id="rId10"/>
            </p:custDataLst>
          </p:nvPr>
        </p:nvSpPr>
        <p:spPr>
          <a:xfrm>
            <a:off x="6400800" y="4724400"/>
            <a:ext cx="51816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正文页-10012_14">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2" hasCustomPrompt="1"/>
            <p:custDataLst>
              <p:tags r:id="rId6"/>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6553200" y="2082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88" hasCustomPrompt="1"/>
            <p:custDataLst>
              <p:tags r:id="rId9"/>
            </p:custDataLst>
          </p:nvPr>
        </p:nvSpPr>
        <p:spPr>
          <a:xfrm>
            <a:off x="6553200" y="3302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89" hasCustomPrompt="1"/>
            <p:custDataLst>
              <p:tags r:id="rId10"/>
            </p:custDataLst>
          </p:nvPr>
        </p:nvSpPr>
        <p:spPr>
          <a:xfrm>
            <a:off x="6553200" y="3860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7" name="文本占位符 16"/>
          <p:cNvSpPr>
            <a:spLocks noGrp="1"/>
          </p:cNvSpPr>
          <p:nvPr>
            <p:ph type="body" idx="16390" hasCustomPrompt="1"/>
            <p:custDataLst>
              <p:tags r:id="rId11"/>
            </p:custDataLst>
          </p:nvPr>
        </p:nvSpPr>
        <p:spPr>
          <a:xfrm>
            <a:off x="6553200" y="5080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91" hasCustomPrompt="1"/>
            <p:custDataLst>
              <p:tags r:id="rId12"/>
            </p:custDataLst>
          </p:nvPr>
        </p:nvSpPr>
        <p:spPr>
          <a:xfrm>
            <a:off x="6553200" y="5638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正文页-10008_10">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图片占位符 11"/>
          <p:cNvSpPr>
            <a:spLocks noGrp="1"/>
          </p:cNvSpPr>
          <p:nvPr>
            <p:ph type="pic" idx="16390" hasCustomPrompt="1"/>
            <p:custDataLst>
              <p:tags r:id="rId6"/>
            </p:custDataLst>
          </p:nvPr>
        </p:nvSpPr>
        <p:spPr>
          <a:xfrm>
            <a:off x="2438400" y="2108200"/>
            <a:ext cx="1524000" cy="15240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3" name="文本占位符 12"/>
          <p:cNvSpPr>
            <a:spLocks noGrp="1"/>
          </p:cNvSpPr>
          <p:nvPr>
            <p:ph type="body" idx="16386" hasCustomPrompt="1"/>
            <p:custDataLst>
              <p:tags r:id="rId7"/>
            </p:custDataLst>
          </p:nvPr>
        </p:nvSpPr>
        <p:spPr>
          <a:xfrm>
            <a:off x="609600" y="3886200"/>
            <a:ext cx="518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609600" y="4445000"/>
            <a:ext cx="51816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图片占位符 14"/>
          <p:cNvSpPr>
            <a:spLocks noGrp="1"/>
          </p:cNvSpPr>
          <p:nvPr>
            <p:ph type="pic" idx="16391" hasCustomPrompt="1"/>
            <p:custDataLst>
              <p:tags r:id="rId9"/>
            </p:custDataLst>
          </p:nvPr>
        </p:nvSpPr>
        <p:spPr>
          <a:xfrm>
            <a:off x="8229600" y="2108200"/>
            <a:ext cx="1524000" cy="15240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6" name="文本占位符 15"/>
          <p:cNvSpPr>
            <a:spLocks noGrp="1"/>
          </p:cNvSpPr>
          <p:nvPr>
            <p:ph type="body" idx="16388" hasCustomPrompt="1"/>
            <p:custDataLst>
              <p:tags r:id="rId10"/>
            </p:custDataLst>
          </p:nvPr>
        </p:nvSpPr>
        <p:spPr>
          <a:xfrm>
            <a:off x="6400800" y="3886200"/>
            <a:ext cx="518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89" hasCustomPrompt="1"/>
            <p:custDataLst>
              <p:tags r:id="rId11"/>
            </p:custDataLst>
          </p:nvPr>
        </p:nvSpPr>
        <p:spPr>
          <a:xfrm>
            <a:off x="6400800" y="4445000"/>
            <a:ext cx="51816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正文页-10007_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文本占位符 11"/>
          <p:cNvSpPr>
            <a:spLocks noGrp="1"/>
          </p:cNvSpPr>
          <p:nvPr>
            <p:ph type="body" idx="16386" hasCustomPrompt="1"/>
            <p:custDataLst>
              <p:tags r:id="rId6"/>
            </p:custDataLst>
          </p:nvPr>
        </p:nvSpPr>
        <p:spPr>
          <a:xfrm>
            <a:off x="609600" y="29972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文本占位符 12"/>
          <p:cNvSpPr>
            <a:spLocks noGrp="1"/>
          </p:cNvSpPr>
          <p:nvPr>
            <p:ph type="body" idx="16387" hasCustomPrompt="1"/>
            <p:custDataLst>
              <p:tags r:id="rId7"/>
            </p:custDataLst>
          </p:nvPr>
        </p:nvSpPr>
        <p:spPr>
          <a:xfrm>
            <a:off x="609600" y="3556000"/>
            <a:ext cx="5181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4" name="文本占位符 13"/>
          <p:cNvSpPr>
            <a:spLocks noGrp="1"/>
          </p:cNvSpPr>
          <p:nvPr>
            <p:ph type="body" idx="16388" hasCustomPrompt="1"/>
            <p:custDataLst>
              <p:tags r:id="rId8"/>
            </p:custDataLst>
          </p:nvPr>
        </p:nvSpPr>
        <p:spPr>
          <a:xfrm>
            <a:off x="6400800" y="29972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9" hasCustomPrompt="1"/>
            <p:custDataLst>
              <p:tags r:id="rId9"/>
            </p:custDataLst>
          </p:nvPr>
        </p:nvSpPr>
        <p:spPr>
          <a:xfrm>
            <a:off x="6400800" y="3556000"/>
            <a:ext cx="5181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正文页-63_10">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4394200"/>
            <a:ext cx="34290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609600"/>
            <a:ext cx="10972800" cy="3251200"/>
          </a:xfrm>
          <a:custGeom>
            <a:avLst/>
            <a:gdLst>
              <a:gd name="connisteX0" fmla="*/ 0 w 10972800"/>
              <a:gd name="connsiteY0" fmla="*/ 203200 h 3251200"/>
              <a:gd name="connisteX1" fmla="*/ 203200 w 10972800"/>
              <a:gd name="connsiteY1" fmla="*/ 0 h 3251200"/>
              <a:gd name="connisteX2" fmla="*/ 10769600 w 10972800"/>
              <a:gd name="connsiteY2" fmla="*/ 0 h 3251200"/>
              <a:gd name="connisteX3" fmla="*/ 10972800 w 10972800"/>
              <a:gd name="connsiteY3" fmla="*/ 203200 h 3251200"/>
              <a:gd name="connisteX4" fmla="*/ 10972800 w 10972800"/>
              <a:gd name="connsiteY4" fmla="*/ 3048000 h 3251200"/>
              <a:gd name="connisteX5" fmla="*/ 10769600 w 10972800"/>
              <a:gd name="connsiteY5" fmla="*/ 3251200 h 3251200"/>
              <a:gd name="connisteX6" fmla="*/ 203200 w 10972800"/>
              <a:gd name="connsiteY6" fmla="*/ 3251200 h 3251200"/>
              <a:gd name="connisteX7" fmla="*/ 0 w 10972800"/>
              <a:gd name="connsiteY7" fmla="*/ 3048000 h 3251200"/>
              <a:gd name="connisteX8" fmla="*/ 0 w 10972800"/>
              <a:gd name="connsiteY8" fmla="*/ 203200 h 3251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3251200">
                <a:moveTo>
                  <a:pt x="0" y="203200"/>
                </a:moveTo>
                <a:cubicBezTo>
                  <a:pt x="0" y="90976"/>
                  <a:pt x="90976" y="0"/>
                  <a:pt x="203200" y="0"/>
                </a:cubicBezTo>
                <a:lnTo>
                  <a:pt x="10769600" y="0"/>
                </a:lnTo>
                <a:cubicBezTo>
                  <a:pt x="10881824" y="0"/>
                  <a:pt x="10972800" y="90976"/>
                  <a:pt x="10972800" y="203200"/>
                </a:cubicBezTo>
                <a:lnTo>
                  <a:pt x="10972800" y="3048000"/>
                </a:lnTo>
                <a:cubicBezTo>
                  <a:pt x="10972800" y="3160224"/>
                  <a:pt x="10881824" y="3251200"/>
                  <a:pt x="10769600" y="3251200"/>
                </a:cubicBezTo>
                <a:lnTo>
                  <a:pt x="203200" y="3251200"/>
                </a:lnTo>
                <a:cubicBezTo>
                  <a:pt x="90976" y="3251200"/>
                  <a:pt x="0" y="3160224"/>
                  <a:pt x="0" y="30480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4648200" y="4470400"/>
            <a:ext cx="3162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4648200" y="5029200"/>
            <a:ext cx="3162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88" hasCustomPrompt="1"/>
            <p:custDataLst>
              <p:tags r:id="rId9"/>
            </p:custDataLst>
          </p:nvPr>
        </p:nvSpPr>
        <p:spPr>
          <a:xfrm>
            <a:off x="8420100" y="4470400"/>
            <a:ext cx="3162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89" hasCustomPrompt="1"/>
            <p:custDataLst>
              <p:tags r:id="rId10"/>
            </p:custDataLst>
          </p:nvPr>
        </p:nvSpPr>
        <p:spPr>
          <a:xfrm>
            <a:off x="8420100" y="5029200"/>
            <a:ext cx="3162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正文页-上图中标下内-装饰上-默认位置-并列-51_40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35306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609600"/>
            <a:ext cx="10972800" cy="2387600"/>
          </a:xfrm>
          <a:custGeom>
            <a:avLst/>
            <a:gdLst>
              <a:gd name="connisteX0" fmla="*/ 0 w 10972800"/>
              <a:gd name="connsiteY0" fmla="*/ 203200 h 2387600"/>
              <a:gd name="connisteX1" fmla="*/ 203200 w 10972800"/>
              <a:gd name="connsiteY1" fmla="*/ 0 h 2387600"/>
              <a:gd name="connisteX2" fmla="*/ 10769600 w 10972800"/>
              <a:gd name="connsiteY2" fmla="*/ 0 h 2387600"/>
              <a:gd name="connisteX3" fmla="*/ 10972800 w 10972800"/>
              <a:gd name="connsiteY3" fmla="*/ 203200 h 2387600"/>
              <a:gd name="connisteX4" fmla="*/ 10972800 w 10972800"/>
              <a:gd name="connsiteY4" fmla="*/ 2184400 h 2387600"/>
              <a:gd name="connisteX5" fmla="*/ 10769600 w 10972800"/>
              <a:gd name="connsiteY5" fmla="*/ 2387600 h 2387600"/>
              <a:gd name="connisteX6" fmla="*/ 203200 w 10972800"/>
              <a:gd name="connsiteY6" fmla="*/ 2387600 h 2387600"/>
              <a:gd name="connisteX7" fmla="*/ 0 w 10972800"/>
              <a:gd name="connsiteY7" fmla="*/ 2184400 h 2387600"/>
              <a:gd name="connisteX8" fmla="*/ 0 w 10972800"/>
              <a:gd name="connsiteY8" fmla="*/ 20320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387600">
                <a:moveTo>
                  <a:pt x="0" y="203200"/>
                </a:moveTo>
                <a:cubicBezTo>
                  <a:pt x="0" y="90976"/>
                  <a:pt x="90976" y="0"/>
                  <a:pt x="203200" y="0"/>
                </a:cubicBezTo>
                <a:lnTo>
                  <a:pt x="10769600" y="0"/>
                </a:lnTo>
                <a:cubicBezTo>
                  <a:pt x="10881824" y="0"/>
                  <a:pt x="10972800" y="90976"/>
                  <a:pt x="10972800" y="203200"/>
                </a:cubicBezTo>
                <a:lnTo>
                  <a:pt x="10972800" y="2184400"/>
                </a:lnTo>
                <a:cubicBezTo>
                  <a:pt x="10972800" y="2296624"/>
                  <a:pt x="10881824" y="2387600"/>
                  <a:pt x="10769600" y="2387600"/>
                </a:cubicBezTo>
                <a:lnTo>
                  <a:pt x="203200" y="2387600"/>
                </a:lnTo>
                <a:cubicBezTo>
                  <a:pt x="90976" y="2387600"/>
                  <a:pt x="0" y="2296624"/>
                  <a:pt x="0" y="2184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6096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762000" y="45212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762000" y="5029200"/>
            <a:ext cx="5029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4008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6553200" y="45212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6553200" y="5029200"/>
            <a:ext cx="5029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正文页-上标下内-装饰左叠-默认位置-并列-38_9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609600" y="1524000"/>
            <a:ext cx="8432800" cy="2209800"/>
          </a:xfrm>
          <a:custGeom>
            <a:avLst/>
            <a:gdLst>
              <a:gd name="connisteX0" fmla="*/ 0 w 8432800"/>
              <a:gd name="connsiteY0" fmla="*/ 203200 h 2209800"/>
              <a:gd name="connisteX1" fmla="*/ 203200 w 8432800"/>
              <a:gd name="connsiteY1" fmla="*/ 0 h 2209800"/>
              <a:gd name="connisteX2" fmla="*/ 8432800 w 8432800"/>
              <a:gd name="connsiteY2" fmla="*/ 0 h 2209800"/>
              <a:gd name="connisteX3" fmla="*/ 8432800 w 8432800"/>
              <a:gd name="connsiteY3" fmla="*/ 2209800 h 2209800"/>
              <a:gd name="connisteX4" fmla="*/ 203200 w 8432800"/>
              <a:gd name="connsiteY4" fmla="*/ 2209800 h 2209800"/>
              <a:gd name="connisteX5" fmla="*/ 0 w 8432800"/>
              <a:gd name="connsiteY5" fmla="*/ 2006600 h 2209800"/>
              <a:gd name="connisteX6" fmla="*/ 0 w 84328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8432800" h="2209800">
                <a:moveTo>
                  <a:pt x="0" y="203200"/>
                </a:moveTo>
                <a:cubicBezTo>
                  <a:pt x="0" y="90976"/>
                  <a:pt x="90976" y="0"/>
                  <a:pt x="203200" y="0"/>
                </a:cubicBezTo>
                <a:lnTo>
                  <a:pt x="8432800" y="0"/>
                </a:lnTo>
                <a:lnTo>
                  <a:pt x="8432800" y="2209800"/>
                </a:ln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9042400" y="1524000"/>
            <a:ext cx="2540000" cy="2209800"/>
          </a:xfrm>
          <a:custGeom>
            <a:avLst/>
            <a:gdLst>
              <a:gd name="connisteX0" fmla="*/ 0 w 2540000"/>
              <a:gd name="connsiteY0" fmla="*/ 0 h 2209800"/>
              <a:gd name="connisteX1" fmla="*/ 2336800 w 2540000"/>
              <a:gd name="connsiteY1" fmla="*/ 0 h 2209800"/>
              <a:gd name="connisteX2" fmla="*/ 2540000 w 2540000"/>
              <a:gd name="connsiteY2" fmla="*/ 203200 h 2209800"/>
              <a:gd name="connisteX3" fmla="*/ 2540000 w 2540000"/>
              <a:gd name="connsiteY3" fmla="*/ 2006600 h 2209800"/>
              <a:gd name="connisteX4" fmla="*/ 2336800 w 2540000"/>
              <a:gd name="connsiteY4" fmla="*/ 2209800 h 2209800"/>
              <a:gd name="connisteX5" fmla="*/ 0 w 2540000"/>
              <a:gd name="connsiteY5" fmla="*/ 2209800 h 2209800"/>
              <a:gd name="connisteX6" fmla="*/ 0 w 254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0"/>
                </a:moveTo>
                <a:lnTo>
                  <a:pt x="2336800" y="0"/>
                </a:lnTo>
                <a:cubicBezTo>
                  <a:pt x="2449024" y="0"/>
                  <a:pt x="2540000" y="90976"/>
                  <a:pt x="2540000" y="203200"/>
                </a:cubicBezTo>
                <a:lnTo>
                  <a:pt x="2540000" y="2006600"/>
                </a:lnTo>
                <a:cubicBezTo>
                  <a:pt x="2540000" y="2118824"/>
                  <a:pt x="2449024" y="2209800"/>
                  <a:pt x="2336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20447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914400" y="2603500"/>
            <a:ext cx="7823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09600" y="4038600"/>
            <a:ext cx="8432800" cy="2209800"/>
          </a:xfrm>
          <a:custGeom>
            <a:avLst/>
            <a:gdLst>
              <a:gd name="connisteX0" fmla="*/ 0 w 8432800"/>
              <a:gd name="connsiteY0" fmla="*/ 203200 h 2209800"/>
              <a:gd name="connisteX1" fmla="*/ 203200 w 8432800"/>
              <a:gd name="connsiteY1" fmla="*/ 0 h 2209800"/>
              <a:gd name="connisteX2" fmla="*/ 8432800 w 8432800"/>
              <a:gd name="connsiteY2" fmla="*/ 0 h 2209800"/>
              <a:gd name="connisteX3" fmla="*/ 8432800 w 8432800"/>
              <a:gd name="connsiteY3" fmla="*/ 2209800 h 2209800"/>
              <a:gd name="connisteX4" fmla="*/ 203200 w 8432800"/>
              <a:gd name="connsiteY4" fmla="*/ 2209800 h 2209800"/>
              <a:gd name="connisteX5" fmla="*/ 0 w 8432800"/>
              <a:gd name="connsiteY5" fmla="*/ 2006600 h 2209800"/>
              <a:gd name="connisteX6" fmla="*/ 0 w 84328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8432800" h="2209800">
                <a:moveTo>
                  <a:pt x="0" y="203200"/>
                </a:moveTo>
                <a:cubicBezTo>
                  <a:pt x="0" y="90976"/>
                  <a:pt x="90976" y="0"/>
                  <a:pt x="203200" y="0"/>
                </a:cubicBezTo>
                <a:lnTo>
                  <a:pt x="8432800" y="0"/>
                </a:lnTo>
                <a:lnTo>
                  <a:pt x="8432800" y="2209800"/>
                </a:ln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9042400" y="4038600"/>
            <a:ext cx="2540000" cy="2209800"/>
          </a:xfrm>
          <a:custGeom>
            <a:avLst/>
            <a:gdLst>
              <a:gd name="connisteX0" fmla="*/ 0 w 2540000"/>
              <a:gd name="connsiteY0" fmla="*/ 0 h 2209800"/>
              <a:gd name="connisteX1" fmla="*/ 2336800 w 2540000"/>
              <a:gd name="connsiteY1" fmla="*/ 0 h 2209800"/>
              <a:gd name="connisteX2" fmla="*/ 2540000 w 2540000"/>
              <a:gd name="connsiteY2" fmla="*/ 203200 h 2209800"/>
              <a:gd name="connisteX3" fmla="*/ 2540000 w 2540000"/>
              <a:gd name="connsiteY3" fmla="*/ 2006600 h 2209800"/>
              <a:gd name="connisteX4" fmla="*/ 2336800 w 2540000"/>
              <a:gd name="connsiteY4" fmla="*/ 2209800 h 2209800"/>
              <a:gd name="connisteX5" fmla="*/ 0 w 2540000"/>
              <a:gd name="connsiteY5" fmla="*/ 2209800 h 2209800"/>
              <a:gd name="connisteX6" fmla="*/ 0 w 254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0"/>
                </a:moveTo>
                <a:lnTo>
                  <a:pt x="2336800" y="0"/>
                </a:lnTo>
                <a:cubicBezTo>
                  <a:pt x="2449024" y="0"/>
                  <a:pt x="2540000" y="90976"/>
                  <a:pt x="2540000" y="203200"/>
                </a:cubicBezTo>
                <a:lnTo>
                  <a:pt x="2540000" y="2006600"/>
                </a:lnTo>
                <a:cubicBezTo>
                  <a:pt x="2540000" y="2118824"/>
                  <a:pt x="2449024" y="2209800"/>
                  <a:pt x="2336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914400" y="45593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914400" y="5118100"/>
            <a:ext cx="7823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正文页-42_9">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1524000"/>
            <a:ext cx="10972800" cy="2844800"/>
          </a:xfrm>
          <a:custGeom>
            <a:avLst/>
            <a:gdLst>
              <a:gd name="connisteX0" fmla="*/ 0 w 10972800"/>
              <a:gd name="connsiteY0" fmla="*/ 203200 h 2844800"/>
              <a:gd name="connisteX1" fmla="*/ 203200 w 10972800"/>
              <a:gd name="connsiteY1" fmla="*/ 0 h 2844800"/>
              <a:gd name="connisteX2" fmla="*/ 10769600 w 10972800"/>
              <a:gd name="connsiteY2" fmla="*/ 0 h 2844800"/>
              <a:gd name="connisteX3" fmla="*/ 10972800 w 10972800"/>
              <a:gd name="connsiteY3" fmla="*/ 203200 h 2844800"/>
              <a:gd name="connisteX4" fmla="*/ 10972800 w 10972800"/>
              <a:gd name="connsiteY4" fmla="*/ 2641600 h 2844800"/>
              <a:gd name="connisteX5" fmla="*/ 10769600 w 10972800"/>
              <a:gd name="connsiteY5" fmla="*/ 2844800 h 2844800"/>
              <a:gd name="connisteX6" fmla="*/ 203200 w 10972800"/>
              <a:gd name="connsiteY6" fmla="*/ 2844800 h 2844800"/>
              <a:gd name="connisteX7" fmla="*/ 0 w 10972800"/>
              <a:gd name="connsiteY7" fmla="*/ 2641600 h 2844800"/>
              <a:gd name="connisteX8" fmla="*/ 0 w 10972800"/>
              <a:gd name="connsiteY8" fmla="*/ 203200 h 2844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844800">
                <a:moveTo>
                  <a:pt x="0" y="203200"/>
                </a:moveTo>
                <a:cubicBezTo>
                  <a:pt x="0" y="90976"/>
                  <a:pt x="90976" y="0"/>
                  <a:pt x="203200" y="0"/>
                </a:cubicBezTo>
                <a:lnTo>
                  <a:pt x="10769600" y="0"/>
                </a:lnTo>
                <a:cubicBezTo>
                  <a:pt x="10881824" y="0"/>
                  <a:pt x="10972800" y="90976"/>
                  <a:pt x="10972800" y="203200"/>
                </a:cubicBezTo>
                <a:lnTo>
                  <a:pt x="10972800" y="2641600"/>
                </a:lnTo>
                <a:cubicBezTo>
                  <a:pt x="10972800" y="2753824"/>
                  <a:pt x="10881824" y="2844800"/>
                  <a:pt x="10769600" y="2844800"/>
                </a:cubicBezTo>
                <a:lnTo>
                  <a:pt x="203200" y="2844800"/>
                </a:lnTo>
                <a:cubicBezTo>
                  <a:pt x="90976" y="2844800"/>
                  <a:pt x="0" y="2753824"/>
                  <a:pt x="0" y="2641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609600" y="4826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762000" y="4826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762000" y="53340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400800" y="4826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6553200" y="4826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6553200" y="53340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正文页-上标下内-装饰背景-装饰背景-并列-57_8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3149600" y="1524000"/>
            <a:ext cx="8432800" cy="2209800"/>
          </a:xfrm>
          <a:custGeom>
            <a:avLst/>
            <a:gdLst>
              <a:gd name="connisteX0" fmla="*/ 0 w 8432800"/>
              <a:gd name="connsiteY0" fmla="*/ 0 h 2209800"/>
              <a:gd name="connisteX1" fmla="*/ 8229600 w 8432800"/>
              <a:gd name="connsiteY1" fmla="*/ 0 h 2209800"/>
              <a:gd name="connisteX2" fmla="*/ 8432800 w 8432800"/>
              <a:gd name="connsiteY2" fmla="*/ 203200 h 2209800"/>
              <a:gd name="connisteX3" fmla="*/ 8432800 w 8432800"/>
              <a:gd name="connsiteY3" fmla="*/ 2006600 h 2209800"/>
              <a:gd name="connisteX4" fmla="*/ 8229600 w 8432800"/>
              <a:gd name="connsiteY4" fmla="*/ 2209800 h 2209800"/>
              <a:gd name="connisteX5" fmla="*/ 0 w 8432800"/>
              <a:gd name="connsiteY5" fmla="*/ 2209800 h 2209800"/>
              <a:gd name="connisteX6" fmla="*/ 0 w 8432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8432800" h="2209800">
                <a:moveTo>
                  <a:pt x="0" y="0"/>
                </a:moveTo>
                <a:lnTo>
                  <a:pt x="8229600" y="0"/>
                </a:lnTo>
                <a:cubicBezTo>
                  <a:pt x="8341824" y="0"/>
                  <a:pt x="8432800" y="90976"/>
                  <a:pt x="8432800" y="203200"/>
                </a:cubicBezTo>
                <a:lnTo>
                  <a:pt x="8432800" y="2006600"/>
                </a:lnTo>
                <a:cubicBezTo>
                  <a:pt x="8432800" y="2118824"/>
                  <a:pt x="8341824" y="2209800"/>
                  <a:pt x="82296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609600" y="15240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3454400" y="20447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3454400" y="2603500"/>
            <a:ext cx="7823200" cy="6096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3149600" y="4038600"/>
            <a:ext cx="8432800" cy="2209800"/>
          </a:xfrm>
          <a:custGeom>
            <a:avLst/>
            <a:gdLst>
              <a:gd name="connisteX0" fmla="*/ 0 w 8432800"/>
              <a:gd name="connsiteY0" fmla="*/ 0 h 2209800"/>
              <a:gd name="connisteX1" fmla="*/ 8229600 w 8432800"/>
              <a:gd name="connsiteY1" fmla="*/ 0 h 2209800"/>
              <a:gd name="connisteX2" fmla="*/ 8432800 w 8432800"/>
              <a:gd name="connsiteY2" fmla="*/ 203200 h 2209800"/>
              <a:gd name="connisteX3" fmla="*/ 8432800 w 8432800"/>
              <a:gd name="connsiteY3" fmla="*/ 2006600 h 2209800"/>
              <a:gd name="connisteX4" fmla="*/ 8229600 w 8432800"/>
              <a:gd name="connsiteY4" fmla="*/ 2209800 h 2209800"/>
              <a:gd name="connisteX5" fmla="*/ 0 w 8432800"/>
              <a:gd name="connsiteY5" fmla="*/ 2209800 h 2209800"/>
              <a:gd name="connisteX6" fmla="*/ 0 w 8432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8432800" h="2209800">
                <a:moveTo>
                  <a:pt x="0" y="0"/>
                </a:moveTo>
                <a:lnTo>
                  <a:pt x="8229600" y="0"/>
                </a:lnTo>
                <a:cubicBezTo>
                  <a:pt x="8341824" y="0"/>
                  <a:pt x="8432800" y="90976"/>
                  <a:pt x="8432800" y="203200"/>
                </a:cubicBezTo>
                <a:lnTo>
                  <a:pt x="8432800" y="2006600"/>
                </a:lnTo>
                <a:cubicBezTo>
                  <a:pt x="8432800" y="2118824"/>
                  <a:pt x="8341824" y="2209800"/>
                  <a:pt x="82296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09600" y="40386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3454400" y="45593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3454400" y="5118100"/>
            <a:ext cx="7823200" cy="6096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正文页-3_3">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1" hasCustomPrompt="1"/>
            <p:custDataLst>
              <p:tags r:id="rId6"/>
            </p:custDataLst>
          </p:nvPr>
        </p:nvSpPr>
        <p:spPr>
          <a:xfrm>
            <a:off x="2438400" y="22606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0" hasCustomPrompt="1"/>
            <p:custDataLst>
              <p:tags r:id="rId7"/>
            </p:custDataLst>
          </p:nvPr>
        </p:nvSpPr>
        <p:spPr>
          <a:xfrm>
            <a:off x="2794000" y="2616200"/>
            <a:ext cx="812800" cy="8128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609600" y="4038600"/>
            <a:ext cx="518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609600" y="4597400"/>
            <a:ext cx="5181600" cy="9144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3" hasCustomPrompt="1"/>
            <p:custDataLst>
              <p:tags r:id="rId10"/>
            </p:custDataLst>
          </p:nvPr>
        </p:nvSpPr>
        <p:spPr>
          <a:xfrm>
            <a:off x="8229600" y="22606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2" hasCustomPrompt="1"/>
            <p:custDataLst>
              <p:tags r:id="rId11"/>
            </p:custDataLst>
          </p:nvPr>
        </p:nvSpPr>
        <p:spPr>
          <a:xfrm>
            <a:off x="8585200" y="2616200"/>
            <a:ext cx="812800" cy="8128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6400800" y="4038600"/>
            <a:ext cx="5181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6400800" y="4597400"/>
            <a:ext cx="5181600" cy="9144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正文页-30_1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52578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5257800" y="21844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5410200" y="21844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5410200" y="2692400"/>
            <a:ext cx="6172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52578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5410200" y="45212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5410200" y="5029200"/>
            <a:ext cx="6172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正文页-6_29">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73914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2" hasCustomPrompt="1"/>
            <p:custDataLst>
              <p:tags r:id="rId6"/>
            </p:custDataLst>
          </p:nvPr>
        </p:nvSpPr>
        <p:spPr>
          <a:xfrm>
            <a:off x="8610600" y="0"/>
            <a:ext cx="3581400" cy="6858000"/>
          </a:xfrm>
          <a:custGeom>
            <a:avLst/>
            <a:gdLst>
              <a:gd name="connisteX0" fmla="*/ 0 w 3581400"/>
              <a:gd name="connsiteY0" fmla="*/ 0 h 6858000"/>
              <a:gd name="connisteX1" fmla="*/ 3581400 w 3581400"/>
              <a:gd name="connsiteY1" fmla="*/ 0 h 6858000"/>
              <a:gd name="connisteX2" fmla="*/ 3581400 w 3581400"/>
              <a:gd name="connsiteY2" fmla="*/ 6858000 h 6858000"/>
              <a:gd name="connisteX3" fmla="*/ 0 w 3581400"/>
              <a:gd name="connsiteY3" fmla="*/ 6858000 h 6858000"/>
              <a:gd name="connisteX4" fmla="*/ 0 w 35814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pathLst>
              <a:path w="3581400" h="6858000">
                <a:moveTo>
                  <a:pt x="0" y="0"/>
                </a:moveTo>
                <a:lnTo>
                  <a:pt x="3581400" y="0"/>
                </a:lnTo>
                <a:lnTo>
                  <a:pt x="3581400" y="6858000"/>
                </a:lnTo>
                <a:lnTo>
                  <a:pt x="0" y="68580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3" hasCustomPrompt="1"/>
            <p:custDataLst>
              <p:tags r:id="rId7"/>
            </p:custDataLst>
          </p:nvPr>
        </p:nvSpPr>
        <p:spPr>
          <a:xfrm>
            <a:off x="609600" y="2286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762000" y="22860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762000" y="27940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4" hasCustomPrompt="1"/>
            <p:custDataLst>
              <p:tags r:id="rId10"/>
            </p:custDataLst>
          </p:nvPr>
        </p:nvSpPr>
        <p:spPr>
          <a:xfrm>
            <a:off x="609600" y="3708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762000" y="37084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762000" y="42164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装饰  8"/>
          <p:cNvSpPr>
            <a:spLocks noGrp="1"/>
          </p:cNvSpPr>
          <p:nvPr>
            <p:ph type="body" idx="16395" hasCustomPrompt="1"/>
            <p:custDataLst>
              <p:tags r:id="rId13"/>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90" hasCustomPrompt="1"/>
            <p:custDataLst>
              <p:tags r:id="rId14"/>
            </p:custDataLst>
          </p:nvPr>
        </p:nvSpPr>
        <p:spPr>
          <a:xfrm>
            <a:off x="762000" y="5130800"/>
            <a:ext cx="7239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91" hasCustomPrompt="1"/>
            <p:custDataLst>
              <p:tags r:id="rId15"/>
            </p:custDataLst>
          </p:nvPr>
        </p:nvSpPr>
        <p:spPr>
          <a:xfrm>
            <a:off x="762000" y="5638800"/>
            <a:ext cx="7239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正文页-上标下内-装饰右-方向错位-并列-26_12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609600" y="1524000"/>
            <a:ext cx="8432800" cy="2209800"/>
          </a:xfrm>
          <a:custGeom>
            <a:avLst/>
            <a:gdLst>
              <a:gd name="connisteX0" fmla="*/ 0 w 8432800"/>
              <a:gd name="connsiteY0" fmla="*/ 203200 h 2209800"/>
              <a:gd name="connisteX1" fmla="*/ 203200 w 8432800"/>
              <a:gd name="connsiteY1" fmla="*/ 0 h 2209800"/>
              <a:gd name="connisteX2" fmla="*/ 8432800 w 8432800"/>
              <a:gd name="connsiteY2" fmla="*/ 0 h 2209800"/>
              <a:gd name="connisteX3" fmla="*/ 8432800 w 8432800"/>
              <a:gd name="connsiteY3" fmla="*/ 2209800 h 2209800"/>
              <a:gd name="connisteX4" fmla="*/ 203200 w 8432800"/>
              <a:gd name="connsiteY4" fmla="*/ 2209800 h 2209800"/>
              <a:gd name="connisteX5" fmla="*/ 0 w 8432800"/>
              <a:gd name="connsiteY5" fmla="*/ 2006600 h 2209800"/>
              <a:gd name="connisteX6" fmla="*/ 0 w 84328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8432800" h="2209800">
                <a:moveTo>
                  <a:pt x="0" y="203200"/>
                </a:moveTo>
                <a:cubicBezTo>
                  <a:pt x="0" y="90976"/>
                  <a:pt x="90976" y="0"/>
                  <a:pt x="203200" y="0"/>
                </a:cubicBezTo>
                <a:lnTo>
                  <a:pt x="8432800" y="0"/>
                </a:lnTo>
                <a:lnTo>
                  <a:pt x="8432800" y="2209800"/>
                </a:ln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9042400" y="1524000"/>
            <a:ext cx="2540000" cy="2209800"/>
          </a:xfrm>
          <a:custGeom>
            <a:avLst/>
            <a:gdLst>
              <a:gd name="connisteX0" fmla="*/ 0 w 2540000"/>
              <a:gd name="connsiteY0" fmla="*/ 0 h 2209800"/>
              <a:gd name="connisteX1" fmla="*/ 2336800 w 2540000"/>
              <a:gd name="connsiteY1" fmla="*/ 0 h 2209800"/>
              <a:gd name="connisteX2" fmla="*/ 2540000 w 2540000"/>
              <a:gd name="connsiteY2" fmla="*/ 203200 h 2209800"/>
              <a:gd name="connisteX3" fmla="*/ 2540000 w 2540000"/>
              <a:gd name="connsiteY3" fmla="*/ 2006600 h 2209800"/>
              <a:gd name="connisteX4" fmla="*/ 2336800 w 2540000"/>
              <a:gd name="connsiteY4" fmla="*/ 2209800 h 2209800"/>
              <a:gd name="connisteX5" fmla="*/ 0 w 2540000"/>
              <a:gd name="connsiteY5" fmla="*/ 2209800 h 2209800"/>
              <a:gd name="connisteX6" fmla="*/ 0 w 254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0"/>
                </a:moveTo>
                <a:lnTo>
                  <a:pt x="2336800" y="0"/>
                </a:lnTo>
                <a:cubicBezTo>
                  <a:pt x="2449024" y="0"/>
                  <a:pt x="2540000" y="90976"/>
                  <a:pt x="2540000" y="203200"/>
                </a:cubicBezTo>
                <a:lnTo>
                  <a:pt x="2540000" y="2006600"/>
                </a:lnTo>
                <a:cubicBezTo>
                  <a:pt x="2540000" y="2118824"/>
                  <a:pt x="2449024" y="2209800"/>
                  <a:pt x="2336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18923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914400" y="2451100"/>
            <a:ext cx="7823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3149600" y="4038600"/>
            <a:ext cx="8432800" cy="2209800"/>
          </a:xfrm>
          <a:custGeom>
            <a:avLst/>
            <a:gdLst>
              <a:gd name="connisteX0" fmla="*/ 0 w 8432800"/>
              <a:gd name="connsiteY0" fmla="*/ 0 h 2209800"/>
              <a:gd name="connisteX1" fmla="*/ 8229600 w 8432800"/>
              <a:gd name="connsiteY1" fmla="*/ 0 h 2209800"/>
              <a:gd name="connisteX2" fmla="*/ 8432800 w 8432800"/>
              <a:gd name="connsiteY2" fmla="*/ 203200 h 2209800"/>
              <a:gd name="connisteX3" fmla="*/ 8432800 w 8432800"/>
              <a:gd name="connsiteY3" fmla="*/ 2006600 h 2209800"/>
              <a:gd name="connisteX4" fmla="*/ 8229600 w 8432800"/>
              <a:gd name="connsiteY4" fmla="*/ 2209800 h 2209800"/>
              <a:gd name="connisteX5" fmla="*/ 0 w 8432800"/>
              <a:gd name="connsiteY5" fmla="*/ 2209800 h 2209800"/>
              <a:gd name="connisteX6" fmla="*/ 0 w 8432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8432800" h="2209800">
                <a:moveTo>
                  <a:pt x="0" y="0"/>
                </a:moveTo>
                <a:lnTo>
                  <a:pt x="8229600" y="0"/>
                </a:lnTo>
                <a:cubicBezTo>
                  <a:pt x="8341824" y="0"/>
                  <a:pt x="8432800" y="90976"/>
                  <a:pt x="8432800" y="203200"/>
                </a:cubicBezTo>
                <a:lnTo>
                  <a:pt x="8432800" y="2006600"/>
                </a:lnTo>
                <a:cubicBezTo>
                  <a:pt x="8432800" y="2118824"/>
                  <a:pt x="8341824" y="2209800"/>
                  <a:pt x="8229600" y="2209800"/>
                </a:cubicBezTo>
                <a:lnTo>
                  <a:pt x="0" y="2209800"/>
                </a:ln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09600" y="40386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3454400" y="44069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3454400" y="4965700"/>
            <a:ext cx="7823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showMasterSp="0" userDrawn="1">
  <p:cSld name="章节页_1_4">
    <p:bg>
      <p:bgRef idx="1001">
        <a:schemeClr val="bg1"/>
      </p:bgRef>
    </p:bg>
    <p:spTree>
      <p:nvGrpSpPr>
        <p:cNvPr id="1" name=""/>
        <p:cNvGrpSpPr/>
        <p:nvPr/>
      </p:nvGrpSpPr>
      <p:grpSpPr>
        <a:xfrm>
          <a:off x="0" y="0"/>
          <a:ext cx="0" cy="0"/>
          <a:chOff x="0" y="0"/>
          <a:chExt cx="0" cy="0"/>
        </a:xfrm>
      </p:grpSpPr>
      <p:sp>
        <p:nvSpPr>
          <p:cNvPr id="13" name="任意多边形 7"/>
          <p:cNvSpPr/>
          <p:nvPr>
            <p:custDataLst>
              <p:tags r:id="rId2"/>
            </p:custDataLst>
          </p:nvPr>
        </p:nvSpPr>
        <p:spPr>
          <a:xfrm>
            <a:off x="5881370" y="4941570"/>
            <a:ext cx="6301740" cy="1591310"/>
          </a:xfrm>
          <a:custGeom>
            <a:avLst/>
            <a:gdLst>
              <a:gd name="connsiteX0" fmla="*/ 2 w 9924"/>
              <a:gd name="connsiteY0" fmla="*/ 2235 h 2506"/>
              <a:gd name="connsiteX1" fmla="*/ 0 w 9924"/>
              <a:gd name="connsiteY1" fmla="*/ 230 h 2506"/>
              <a:gd name="connsiteX2" fmla="*/ 220 w 9924"/>
              <a:gd name="connsiteY2" fmla="*/ 0 h 2506"/>
              <a:gd name="connsiteX3" fmla="*/ 500 w 9924"/>
              <a:gd name="connsiteY3" fmla="*/ 0 h 2506"/>
              <a:gd name="connsiteX4" fmla="*/ 710 w 9924"/>
              <a:gd name="connsiteY4" fmla="*/ 220 h 2506"/>
              <a:gd name="connsiteX5" fmla="*/ 710 w 9924"/>
              <a:gd name="connsiteY5" fmla="*/ 2050 h 2506"/>
              <a:gd name="connsiteX6" fmla="*/ 500 w 9924"/>
              <a:gd name="connsiteY6" fmla="*/ 2050 h 2506"/>
              <a:gd name="connsiteX7" fmla="*/ 500 w 9924"/>
              <a:gd name="connsiteY7" fmla="*/ 980 h 2506"/>
              <a:gd name="connsiteX8" fmla="*/ 1153 w 9924"/>
              <a:gd name="connsiteY8" fmla="*/ 982 h 2506"/>
              <a:gd name="connsiteX9" fmla="*/ 1153 w 9924"/>
              <a:gd name="connsiteY9" fmla="*/ 1942 h 2506"/>
              <a:gd name="connsiteX10" fmla="*/ 1936 w 9924"/>
              <a:gd name="connsiteY10" fmla="*/ 1946 h 2506"/>
              <a:gd name="connsiteX11" fmla="*/ 1936 w 9924"/>
              <a:gd name="connsiteY11" fmla="*/ 2268 h 2506"/>
              <a:gd name="connsiteX12" fmla="*/ 2281 w 9924"/>
              <a:gd name="connsiteY12" fmla="*/ 2268 h 2506"/>
              <a:gd name="connsiteX13" fmla="*/ 2283 w 9924"/>
              <a:gd name="connsiteY13" fmla="*/ 2506 h 2506"/>
              <a:gd name="connsiteX14" fmla="*/ 9924 w 9924"/>
              <a:gd name="connsiteY14" fmla="*/ 2501 h 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24" h="2506">
                <a:moveTo>
                  <a:pt x="2" y="2235"/>
                </a:moveTo>
                <a:lnTo>
                  <a:pt x="0" y="230"/>
                </a:lnTo>
                <a:lnTo>
                  <a:pt x="220" y="0"/>
                </a:lnTo>
                <a:lnTo>
                  <a:pt x="500" y="0"/>
                </a:lnTo>
                <a:lnTo>
                  <a:pt x="710" y="220"/>
                </a:lnTo>
                <a:lnTo>
                  <a:pt x="710" y="2050"/>
                </a:lnTo>
                <a:lnTo>
                  <a:pt x="500" y="2050"/>
                </a:lnTo>
                <a:lnTo>
                  <a:pt x="500" y="980"/>
                </a:lnTo>
                <a:lnTo>
                  <a:pt x="1153" y="982"/>
                </a:lnTo>
                <a:lnTo>
                  <a:pt x="1153" y="1942"/>
                </a:lnTo>
                <a:lnTo>
                  <a:pt x="1936" y="1946"/>
                </a:lnTo>
                <a:lnTo>
                  <a:pt x="1936" y="2268"/>
                </a:lnTo>
                <a:lnTo>
                  <a:pt x="2281" y="2268"/>
                </a:lnTo>
                <a:lnTo>
                  <a:pt x="2283" y="2506"/>
                </a:lnTo>
                <a:lnTo>
                  <a:pt x="9924" y="2501"/>
                </a:lnTo>
              </a:path>
            </a:pathLst>
          </a:custGeom>
          <a:noFill/>
          <a:ln w="2540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4" name="任意多边形 8"/>
          <p:cNvSpPr/>
          <p:nvPr>
            <p:custDataLst>
              <p:tags r:id="rId3"/>
            </p:custDataLst>
          </p:nvPr>
        </p:nvSpPr>
        <p:spPr>
          <a:xfrm>
            <a:off x="0" y="5236845"/>
            <a:ext cx="5894705" cy="1302385"/>
          </a:xfrm>
          <a:custGeom>
            <a:avLst/>
            <a:gdLst>
              <a:gd name="connsiteX0" fmla="*/ 9283 w 9283"/>
              <a:gd name="connsiteY0" fmla="*/ 1758 h 2051"/>
              <a:gd name="connsiteX1" fmla="*/ 9062 w 9283"/>
              <a:gd name="connsiteY1" fmla="*/ 1755 h 2051"/>
              <a:gd name="connsiteX2" fmla="*/ 9062 w 9283"/>
              <a:gd name="connsiteY2" fmla="*/ 0 h 2051"/>
              <a:gd name="connsiteX3" fmla="*/ 8410 w 9283"/>
              <a:gd name="connsiteY3" fmla="*/ 547 h 2051"/>
              <a:gd name="connsiteX4" fmla="*/ 8410 w 9283"/>
              <a:gd name="connsiteY4" fmla="*/ 2028 h 2051"/>
              <a:gd name="connsiteX5" fmla="*/ 8710 w 9283"/>
              <a:gd name="connsiteY5" fmla="*/ 2028 h 2051"/>
              <a:gd name="connsiteX6" fmla="*/ 8710 w 9283"/>
              <a:gd name="connsiteY6" fmla="*/ 1158 h 2051"/>
              <a:gd name="connsiteX7" fmla="*/ 7675 w 9283"/>
              <a:gd name="connsiteY7" fmla="*/ 906 h 2051"/>
              <a:gd name="connsiteX8" fmla="*/ 7674 w 9283"/>
              <a:gd name="connsiteY8" fmla="*/ 1785 h 2051"/>
              <a:gd name="connsiteX9" fmla="*/ 7084 w 9283"/>
              <a:gd name="connsiteY9" fmla="*/ 1785 h 2051"/>
              <a:gd name="connsiteX10" fmla="*/ 7086 w 9283"/>
              <a:gd name="connsiteY10" fmla="*/ 2051 h 2051"/>
              <a:gd name="connsiteX11" fmla="*/ 0 w 9283"/>
              <a:gd name="connsiteY11" fmla="*/ 2047 h 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83" h="2051">
                <a:moveTo>
                  <a:pt x="9283" y="1758"/>
                </a:moveTo>
                <a:lnTo>
                  <a:pt x="9062" y="1755"/>
                </a:lnTo>
                <a:lnTo>
                  <a:pt x="9062" y="0"/>
                </a:lnTo>
                <a:lnTo>
                  <a:pt x="8410" y="547"/>
                </a:lnTo>
                <a:lnTo>
                  <a:pt x="8410" y="2028"/>
                </a:lnTo>
                <a:lnTo>
                  <a:pt x="8710" y="2028"/>
                </a:lnTo>
                <a:lnTo>
                  <a:pt x="8710" y="1158"/>
                </a:lnTo>
                <a:lnTo>
                  <a:pt x="7675" y="906"/>
                </a:lnTo>
                <a:lnTo>
                  <a:pt x="7674" y="1785"/>
                </a:lnTo>
                <a:lnTo>
                  <a:pt x="7084" y="1785"/>
                </a:lnTo>
                <a:lnTo>
                  <a:pt x="7086" y="2051"/>
                </a:lnTo>
                <a:lnTo>
                  <a:pt x="0" y="2047"/>
                </a:lnTo>
              </a:path>
            </a:pathLst>
          </a:custGeom>
          <a:noFill/>
          <a:ln w="2540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15" name="直接连接符 14"/>
          <p:cNvCxnSpPr/>
          <p:nvPr>
            <p:custDataLst>
              <p:tags r:id="rId4"/>
            </p:custDataLst>
          </p:nvPr>
        </p:nvCxnSpPr>
        <p:spPr>
          <a:xfrm>
            <a:off x="6106795" y="4594225"/>
            <a:ext cx="0" cy="347345"/>
          </a:xfrm>
          <a:prstGeom prst="line">
            <a:avLst/>
          </a:prstGeom>
          <a:noFill/>
          <a:ln w="2540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cxnSp>
      <p:sp>
        <p:nvSpPr>
          <p:cNvPr id="7" name="日期占位符 4"/>
          <p:cNvSpPr>
            <a:spLocks noGrp="1"/>
          </p:cNvSpPr>
          <p:nvPr userDrawn="1">
            <p:ph type="dt" sz="half" idx="16385"/>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5"/>
          <p:cNvSpPr>
            <a:spLocks noGrp="1"/>
          </p:cNvSpPr>
          <p:nvPr userDrawn="1">
            <p:ph type="ftr" sz="quarter" idx="16386"/>
            <p:custDataLst>
              <p:tags r:id="rId6"/>
            </p:custDataLst>
          </p:nvPr>
        </p:nvSpPr>
        <p:spPr/>
        <p:txBody>
          <a:bodyPr/>
          <a:lstStyle/>
          <a:p>
            <a:endParaRPr lang="zh-CN" altLang="en-US"/>
          </a:p>
        </p:txBody>
      </p:sp>
      <p:sp>
        <p:nvSpPr>
          <p:cNvPr id="10" name="灯片编号占位符 6"/>
          <p:cNvSpPr>
            <a:spLocks noGrp="1"/>
          </p:cNvSpPr>
          <p:nvPr userDrawn="1">
            <p:ph type="sldNum" sz="quarter" idx="16387"/>
            <p:custDataLst>
              <p:tags r:id="rId7"/>
            </p:custDataLst>
          </p:nvPr>
        </p:nvSpPr>
        <p:spPr/>
        <p:txBody>
          <a:bodyPr wrap="square">
            <a:normAutofit/>
          </a:bodyPr>
          <a:lstStyle/>
          <a:p>
            <a:fld id="{BE5F26B5-172A-4DC2-B0B7-181CFC56B87C}" type="slidenum">
              <a:rPr lang="zh-CN" altLang="en-US" smtClean="0"/>
            </a:fld>
            <a:endParaRPr lang="zh-CN" altLang="en-US"/>
          </a:p>
        </p:txBody>
      </p:sp>
      <p:sp>
        <p:nvSpPr>
          <p:cNvPr id="6" name="标题 1"/>
          <p:cNvSpPr>
            <a:spLocks noGrp="1"/>
          </p:cNvSpPr>
          <p:nvPr userDrawn="1">
            <p:ph type="title" idx="16388" hasCustomPrompt="1"/>
            <p:custDataLst>
              <p:tags r:id="rId8"/>
            </p:custDataLst>
          </p:nvPr>
        </p:nvSpPr>
        <p:spPr>
          <a:xfrm>
            <a:off x="1903942" y="3070225"/>
            <a:ext cx="8384117" cy="1524000"/>
          </a:xfrm>
        </p:spPr>
        <p:txBody>
          <a:bodyPr vert="horz" wrap="square" lIns="0" tIns="0" rIns="0" bIns="0" anchor="t">
            <a:normAutofit/>
          </a:bodyPr>
          <a:lstStyle>
            <a:lvl1pPr marL="0" indent="0" algn="ctr">
              <a:lnSpc>
                <a:spcPct val="100000"/>
              </a:lnSpc>
              <a:spcBef>
                <a:spcPct val="0"/>
              </a:spcBef>
              <a:spcAft>
                <a:spcPct val="0"/>
              </a:spcAft>
              <a:buNone/>
              <a:defRPr sz="4800" b="0" spc="0">
                <a:solidFill>
                  <a:schemeClr val="tx1">
                    <a:lumMod val="85000"/>
                    <a:lumOff val="15000"/>
                  </a:schemeClr>
                </a:solidFill>
              </a:defRPr>
            </a:lvl1pPr>
          </a:lstStyle>
          <a:p>
            <a:r>
              <a:rPr lang="zh-CN" altLang="en-US" dirty="0"/>
              <a:t>单击此处添加章节标题</a:t>
            </a:r>
            <a:endParaRPr lang="zh-CN" altLang="en-US" dirty="0"/>
          </a:p>
        </p:txBody>
      </p:sp>
      <p:sp>
        <p:nvSpPr>
          <p:cNvPr id="8" name="节编号 3"/>
          <p:cNvSpPr>
            <a:spLocks noGrp="1"/>
          </p:cNvSpPr>
          <p:nvPr userDrawn="1">
            <p:ph type="body" sz="quarter" idx="16389" hasCustomPrompt="1"/>
            <p:custDataLst>
              <p:tags r:id="rId9"/>
            </p:custDataLst>
          </p:nvPr>
        </p:nvSpPr>
        <p:spPr>
          <a:xfrm>
            <a:off x="5332413" y="1444625"/>
            <a:ext cx="1527175" cy="1524000"/>
          </a:xfrm>
        </p:spPr>
        <p:txBody>
          <a:bodyPr vert="horz" wrap="none" lIns="0" tIns="0" rIns="0" bIns="0" anchor="ctr">
            <a:normAutofit/>
          </a:bodyPr>
          <a:lstStyle>
            <a:lvl1pPr marL="0" indent="0" algn="ctr">
              <a:lnSpc>
                <a:spcPct val="109000"/>
              </a:lnSpc>
              <a:spcBef>
                <a:spcPct val="0"/>
              </a:spcBef>
              <a:spcAft>
                <a:spcPct val="0"/>
              </a:spcAft>
              <a:buNone/>
              <a:defRPr sz="7200" b="1" spc="0">
                <a:ln w="25400">
                  <a:solidFill>
                    <a:schemeClr val="accent1"/>
                  </a:solidFill>
                </a:ln>
                <a:noFill/>
              </a:defRPr>
            </a:lvl1pPr>
          </a:lstStyle>
          <a:p>
            <a:pPr lvl="0"/>
            <a:r>
              <a:rPr lang="zh-CN" altLang="en-US" dirty="0"/>
              <a:t>01</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目录页-1-5_5">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副标题 10"/>
          <p:cNvSpPr>
            <a:spLocks noGrp="1"/>
          </p:cNvSpPr>
          <p:nvPr>
            <p:ph type="subTitle" idx="16386"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2" name="标题 11"/>
          <p:cNvSpPr>
            <a:spLocks noGrp="1"/>
          </p:cNvSpPr>
          <p:nvPr>
            <p:ph type="ctrTitle" idx="16385"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3" name="文本占位符 12"/>
          <p:cNvSpPr>
            <a:spLocks noGrp="1"/>
          </p:cNvSpPr>
          <p:nvPr>
            <p:ph type="body" idx="16388" hasCustomPrompt="1"/>
            <p:custDataLst>
              <p:tags r:id="rId7"/>
            </p:custDataLst>
          </p:nvPr>
        </p:nvSpPr>
        <p:spPr>
          <a:xfrm>
            <a:off x="4070350" y="14478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4" name="装饰  3"/>
          <p:cNvSpPr>
            <a:spLocks noGrp="1"/>
          </p:cNvSpPr>
          <p:nvPr>
            <p:ph type="body" idx="16397" hasCustomPrompt="1"/>
            <p:custDataLst>
              <p:tags r:id="rId8"/>
            </p:custDataLst>
          </p:nvPr>
        </p:nvSpPr>
        <p:spPr>
          <a:xfrm>
            <a:off x="48514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文本占位符 14"/>
          <p:cNvSpPr>
            <a:spLocks noGrp="1"/>
          </p:cNvSpPr>
          <p:nvPr>
            <p:ph type="body" idx="16387" hasCustomPrompt="1"/>
            <p:custDataLst>
              <p:tags r:id="rId9"/>
            </p:custDataLst>
          </p:nvPr>
        </p:nvSpPr>
        <p:spPr>
          <a:xfrm>
            <a:off x="5080000" y="12954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90" hasCustomPrompt="1"/>
            <p:custDataLst>
              <p:tags r:id="rId10"/>
            </p:custDataLst>
          </p:nvPr>
        </p:nvSpPr>
        <p:spPr>
          <a:xfrm>
            <a:off x="7994650" y="14478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7" name="装饰  6"/>
          <p:cNvSpPr>
            <a:spLocks noGrp="1"/>
          </p:cNvSpPr>
          <p:nvPr>
            <p:ph type="body" idx="16398" hasCustomPrompt="1"/>
            <p:custDataLst>
              <p:tags r:id="rId11"/>
            </p:custDataLst>
          </p:nvPr>
        </p:nvSpPr>
        <p:spPr>
          <a:xfrm>
            <a:off x="87757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9" hasCustomPrompt="1"/>
            <p:custDataLst>
              <p:tags r:id="rId12"/>
            </p:custDataLst>
          </p:nvPr>
        </p:nvSpPr>
        <p:spPr>
          <a:xfrm>
            <a:off x="9004300" y="12954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92" hasCustomPrompt="1"/>
            <p:custDataLst>
              <p:tags r:id="rId13"/>
            </p:custDataLst>
          </p:nvPr>
        </p:nvSpPr>
        <p:spPr>
          <a:xfrm>
            <a:off x="40703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0" name="装饰  9"/>
          <p:cNvSpPr>
            <a:spLocks noGrp="1"/>
          </p:cNvSpPr>
          <p:nvPr>
            <p:ph type="body" idx="16399" hasCustomPrompt="1"/>
            <p:custDataLst>
              <p:tags r:id="rId14"/>
            </p:custDataLst>
          </p:nvPr>
        </p:nvSpPr>
        <p:spPr>
          <a:xfrm>
            <a:off x="48514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1" hasCustomPrompt="1"/>
            <p:custDataLst>
              <p:tags r:id="rId15"/>
            </p:custDataLst>
          </p:nvPr>
        </p:nvSpPr>
        <p:spPr>
          <a:xfrm>
            <a:off x="50800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94" hasCustomPrompt="1"/>
            <p:custDataLst>
              <p:tags r:id="rId16"/>
            </p:custDataLst>
          </p:nvPr>
        </p:nvSpPr>
        <p:spPr>
          <a:xfrm>
            <a:off x="79946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3" name="装饰  2"/>
          <p:cNvSpPr>
            <a:spLocks noGrp="1"/>
          </p:cNvSpPr>
          <p:nvPr>
            <p:ph type="body" idx="16400" hasCustomPrompt="1"/>
            <p:custDataLst>
              <p:tags r:id="rId17"/>
            </p:custDataLst>
          </p:nvPr>
        </p:nvSpPr>
        <p:spPr>
          <a:xfrm>
            <a:off x="87757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文本占位符 23"/>
          <p:cNvSpPr>
            <a:spLocks noGrp="1"/>
          </p:cNvSpPr>
          <p:nvPr>
            <p:ph type="body" idx="16393" hasCustomPrompt="1"/>
            <p:custDataLst>
              <p:tags r:id="rId18"/>
            </p:custDataLst>
          </p:nvPr>
        </p:nvSpPr>
        <p:spPr>
          <a:xfrm>
            <a:off x="90043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5" name="文本占位符 24"/>
          <p:cNvSpPr>
            <a:spLocks noGrp="1"/>
          </p:cNvSpPr>
          <p:nvPr>
            <p:ph type="body" idx="16396" hasCustomPrompt="1"/>
            <p:custDataLst>
              <p:tags r:id="rId19"/>
            </p:custDataLst>
          </p:nvPr>
        </p:nvSpPr>
        <p:spPr>
          <a:xfrm>
            <a:off x="4070350" y="48006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05</a:t>
            </a:r>
            <a:endParaRPr lang="zh-CN" altLang="en-US" smtClean="0"/>
          </a:p>
        </p:txBody>
      </p:sp>
      <p:sp>
        <p:nvSpPr>
          <p:cNvPr id="26" name="装饰  5"/>
          <p:cNvSpPr>
            <a:spLocks noGrp="1"/>
          </p:cNvSpPr>
          <p:nvPr>
            <p:ph type="body" idx="16401" hasCustomPrompt="1"/>
            <p:custDataLst>
              <p:tags r:id="rId20"/>
            </p:custDataLst>
          </p:nvPr>
        </p:nvSpPr>
        <p:spPr>
          <a:xfrm>
            <a:off x="4851400" y="47244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7" name="文本占位符 26"/>
          <p:cNvSpPr>
            <a:spLocks noGrp="1"/>
          </p:cNvSpPr>
          <p:nvPr>
            <p:ph type="body" idx="16395" hasCustomPrompt="1"/>
            <p:custDataLst>
              <p:tags r:id="rId21"/>
            </p:custDataLst>
          </p:nvPr>
        </p:nvSpPr>
        <p:spPr>
          <a:xfrm>
            <a:off x="5080000" y="46482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6" name="任意多边形 17"/>
          <p:cNvSpPr/>
          <p:nvPr userDrawn="1">
            <p:custDataLst>
              <p:tags r:id="rId2"/>
            </p:custDataLst>
          </p:nvPr>
        </p:nvSpPr>
        <p:spPr>
          <a:xfrm>
            <a:off x="7534910" y="2957195"/>
            <a:ext cx="4657090" cy="3030855"/>
          </a:xfrm>
          <a:custGeom>
            <a:avLst/>
            <a:gdLst>
              <a:gd name="connsiteX0" fmla="*/ 0 w 7334"/>
              <a:gd name="connsiteY0" fmla="*/ 4754 h 4773"/>
              <a:gd name="connsiteX1" fmla="*/ 1297 w 7334"/>
              <a:gd name="connsiteY1" fmla="*/ 4754 h 4773"/>
              <a:gd name="connsiteX2" fmla="*/ 1297 w 7334"/>
              <a:gd name="connsiteY2" fmla="*/ 3267 h 4773"/>
              <a:gd name="connsiteX3" fmla="*/ 2032 w 7334"/>
              <a:gd name="connsiteY3" fmla="*/ 2990 h 4773"/>
              <a:gd name="connsiteX4" fmla="*/ 2028 w 7334"/>
              <a:gd name="connsiteY4" fmla="*/ 4767 h 4773"/>
              <a:gd name="connsiteX5" fmla="*/ 1736 w 7334"/>
              <a:gd name="connsiteY5" fmla="*/ 4769 h 4773"/>
              <a:gd name="connsiteX6" fmla="*/ 1736 w 7334"/>
              <a:gd name="connsiteY6" fmla="*/ 1950 h 4773"/>
              <a:gd name="connsiteX7" fmla="*/ 3109 w 7334"/>
              <a:gd name="connsiteY7" fmla="*/ 2275 h 4773"/>
              <a:gd name="connsiteX8" fmla="*/ 3109 w 7334"/>
              <a:gd name="connsiteY8" fmla="*/ 4773 h 4773"/>
              <a:gd name="connsiteX9" fmla="*/ 2594 w 7334"/>
              <a:gd name="connsiteY9" fmla="*/ 4773 h 4773"/>
              <a:gd name="connsiteX10" fmla="*/ 2604 w 7334"/>
              <a:gd name="connsiteY10" fmla="*/ 0 h 4773"/>
              <a:gd name="connsiteX11" fmla="*/ 3656 w 7334"/>
              <a:gd name="connsiteY11" fmla="*/ 7 h 4773"/>
              <a:gd name="connsiteX12" fmla="*/ 3653 w 7334"/>
              <a:gd name="connsiteY12" fmla="*/ 3834 h 4773"/>
              <a:gd name="connsiteX13" fmla="*/ 3404 w 7334"/>
              <a:gd name="connsiteY13" fmla="*/ 3837 h 4773"/>
              <a:gd name="connsiteX14" fmla="*/ 3404 w 7334"/>
              <a:gd name="connsiteY14" fmla="*/ 2979 h 4773"/>
              <a:gd name="connsiteX15" fmla="*/ 4594 w 7334"/>
              <a:gd name="connsiteY15" fmla="*/ 2978 h 4773"/>
              <a:gd name="connsiteX16" fmla="*/ 4593 w 7334"/>
              <a:gd name="connsiteY16" fmla="*/ 4339 h 4773"/>
              <a:gd name="connsiteX17" fmla="*/ 5122 w 7334"/>
              <a:gd name="connsiteY17" fmla="*/ 4338 h 4773"/>
              <a:gd name="connsiteX18" fmla="*/ 5120 w 7334"/>
              <a:gd name="connsiteY18" fmla="*/ 4771 h 4773"/>
              <a:gd name="connsiteX19" fmla="*/ 7334 w 7334"/>
              <a:gd name="connsiteY19" fmla="*/ 4769 h 4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4" h="4773">
                <a:moveTo>
                  <a:pt x="0" y="4754"/>
                </a:moveTo>
                <a:lnTo>
                  <a:pt x="1297" y="4754"/>
                </a:lnTo>
                <a:lnTo>
                  <a:pt x="1297" y="3267"/>
                </a:lnTo>
                <a:lnTo>
                  <a:pt x="2032" y="2990"/>
                </a:lnTo>
                <a:lnTo>
                  <a:pt x="2028" y="4767"/>
                </a:lnTo>
                <a:lnTo>
                  <a:pt x="1736" y="4769"/>
                </a:lnTo>
                <a:lnTo>
                  <a:pt x="1736" y="1950"/>
                </a:lnTo>
                <a:lnTo>
                  <a:pt x="3109" y="2275"/>
                </a:lnTo>
                <a:lnTo>
                  <a:pt x="3109" y="4773"/>
                </a:lnTo>
                <a:lnTo>
                  <a:pt x="2594" y="4773"/>
                </a:lnTo>
                <a:lnTo>
                  <a:pt x="2604" y="0"/>
                </a:lnTo>
                <a:lnTo>
                  <a:pt x="3656" y="7"/>
                </a:lnTo>
                <a:lnTo>
                  <a:pt x="3653" y="3834"/>
                </a:lnTo>
                <a:lnTo>
                  <a:pt x="3404" y="3837"/>
                </a:lnTo>
                <a:lnTo>
                  <a:pt x="3404" y="2979"/>
                </a:lnTo>
                <a:lnTo>
                  <a:pt x="4594" y="2978"/>
                </a:lnTo>
                <a:lnTo>
                  <a:pt x="4593" y="4339"/>
                </a:lnTo>
                <a:lnTo>
                  <a:pt x="5122" y="4338"/>
                </a:lnTo>
                <a:lnTo>
                  <a:pt x="5120" y="4771"/>
                </a:lnTo>
                <a:lnTo>
                  <a:pt x="7334" y="4769"/>
                </a:lnTo>
              </a:path>
            </a:pathLst>
          </a:cu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10" name="直接连接符 9"/>
          <p:cNvCxnSpPr/>
          <p:nvPr userDrawn="1">
            <p:custDataLst>
              <p:tags r:id="rId3"/>
            </p:custDataLst>
          </p:nvPr>
        </p:nvCxnSpPr>
        <p:spPr>
          <a:xfrm>
            <a:off x="9528175" y="2393950"/>
            <a:ext cx="0" cy="563245"/>
          </a:xfrm>
          <a:prstGeom prst="line">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cxnSp>
      <p:sp>
        <p:nvSpPr>
          <p:cNvPr id="3" name="椭圆 2"/>
          <p:cNvSpPr>
            <a:spLocks noChangeAspect="1"/>
          </p:cNvSpPr>
          <p:nvPr userDrawn="1">
            <p:custDataLst>
              <p:tags r:id="rId4"/>
            </p:custDataLst>
          </p:nvPr>
        </p:nvSpPr>
        <p:spPr>
          <a:xfrm>
            <a:off x="7488000" y="5914800"/>
            <a:ext cx="108000" cy="108000"/>
          </a:xfrm>
          <a:prstGeom prst="ellips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5"/>
            </p:custDataLst>
          </p:nvPr>
        </p:nvSpPr>
        <p:spPr>
          <a:xfrm>
            <a:off x="550800" y="511200"/>
            <a:ext cx="2174400" cy="1404000"/>
          </a:xfrm>
        </p:spPr>
        <p:txBody>
          <a:bodyPr wrap="square" lIns="90000" tIns="46800" rIns="90000" bIns="46800" anchor="ctr">
            <a:normAutofit/>
          </a:bodyPr>
          <a:lstStyle>
            <a:lvl1pPr algn="r">
              <a:defRPr sz="5400"/>
            </a:lvl1pPr>
          </a:lstStyle>
          <a:p>
            <a:r>
              <a:rPr lang="zh-CN" altLang="en-US" dirty="0"/>
              <a:t>标题</a:t>
            </a:r>
            <a:endParaRPr lang="zh-CN" altLang="en-US" dirty="0"/>
          </a:p>
        </p:txBody>
      </p:sp>
      <p:sp>
        <p:nvSpPr>
          <p:cNvPr id="7"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dirty="0"/>
          </a:p>
        </p:txBody>
      </p:sp>
      <p:sp>
        <p:nvSpPr>
          <p:cNvPr id="8" name="页脚占位符 4"/>
          <p:cNvSpPr>
            <a:spLocks noGrp="1"/>
          </p:cNvSpPr>
          <p:nvPr>
            <p:ph type="ftr" sz="quarter" idx="11"/>
            <p:custDataLst>
              <p:tags r:id="rId7"/>
            </p:custDataLst>
          </p:nvPr>
        </p:nvSpPr>
        <p:spPr/>
        <p:txBody>
          <a:bodyPr/>
          <a:lstStyle/>
          <a:p>
            <a:endParaRPr lang="zh-CN" altLang="en-US" dirty="0"/>
          </a:p>
        </p:txBody>
      </p:sp>
      <p:sp>
        <p:nvSpPr>
          <p:cNvPr id="9" name="灯片编号占位符 5"/>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showMasterSp="0" userDrawn="1">
  <p:cSld name="封面页_1_5">
    <p:bg>
      <p:bgRef idx="1001">
        <a:schemeClr val="bg1"/>
      </p:bgRef>
    </p:bg>
    <p:spTree>
      <p:nvGrpSpPr>
        <p:cNvPr id="1" name=""/>
        <p:cNvGrpSpPr/>
        <p:nvPr/>
      </p:nvGrpSpPr>
      <p:grpSpPr>
        <a:xfrm>
          <a:off x="0" y="0"/>
          <a:ext cx="0" cy="0"/>
          <a:chOff x="0" y="0"/>
          <a:chExt cx="0" cy="0"/>
        </a:xfrm>
      </p:grpSpPr>
      <p:sp>
        <p:nvSpPr>
          <p:cNvPr id="7" name="任意多边形 2"/>
          <p:cNvSpPr/>
          <p:nvPr userDrawn="1">
            <p:custDataLst>
              <p:tags r:id="rId2"/>
            </p:custDataLst>
          </p:nvPr>
        </p:nvSpPr>
        <p:spPr>
          <a:xfrm>
            <a:off x="0" y="2429510"/>
            <a:ext cx="12192000" cy="3218815"/>
          </a:xfrm>
          <a:custGeom>
            <a:avLst/>
            <a:gdLst>
              <a:gd name="connsiteX0" fmla="*/ 0 w 19205"/>
              <a:gd name="connsiteY0" fmla="*/ 5042 h 5069"/>
              <a:gd name="connsiteX1" fmla="*/ 2204 w 19205"/>
              <a:gd name="connsiteY1" fmla="*/ 5044 h 5069"/>
              <a:gd name="connsiteX2" fmla="*/ 2204 w 19205"/>
              <a:gd name="connsiteY2" fmla="*/ 4474 h 5069"/>
              <a:gd name="connsiteX3" fmla="*/ 3010 w 19205"/>
              <a:gd name="connsiteY3" fmla="*/ 4470 h 5069"/>
              <a:gd name="connsiteX4" fmla="*/ 3014 w 19205"/>
              <a:gd name="connsiteY4" fmla="*/ 3374 h 5069"/>
              <a:gd name="connsiteX5" fmla="*/ 4234 w 19205"/>
              <a:gd name="connsiteY5" fmla="*/ 3374 h 5069"/>
              <a:gd name="connsiteX6" fmla="*/ 4234 w 19205"/>
              <a:gd name="connsiteY6" fmla="*/ 4294 h 5069"/>
              <a:gd name="connsiteX7" fmla="*/ 3914 w 19205"/>
              <a:gd name="connsiteY7" fmla="*/ 4294 h 5069"/>
              <a:gd name="connsiteX8" fmla="*/ 3914 w 19205"/>
              <a:gd name="connsiteY8" fmla="*/ 2524 h 5069"/>
              <a:gd name="connsiteX9" fmla="*/ 4274 w 19205"/>
              <a:gd name="connsiteY9" fmla="*/ 2524 h 5069"/>
              <a:gd name="connsiteX10" fmla="*/ 4278 w 19205"/>
              <a:gd name="connsiteY10" fmla="*/ 0 h 5069"/>
              <a:gd name="connsiteX11" fmla="*/ 5058 w 19205"/>
              <a:gd name="connsiteY11" fmla="*/ 480 h 5069"/>
              <a:gd name="connsiteX12" fmla="*/ 5044 w 19205"/>
              <a:gd name="connsiteY12" fmla="*/ 4864 h 5069"/>
              <a:gd name="connsiteX13" fmla="*/ 4701 w 19205"/>
              <a:gd name="connsiteY13" fmla="*/ 4863 h 5069"/>
              <a:gd name="connsiteX14" fmla="*/ 4701 w 19205"/>
              <a:gd name="connsiteY14" fmla="*/ 1968 h 5069"/>
              <a:gd name="connsiteX15" fmla="*/ 5663 w 19205"/>
              <a:gd name="connsiteY15" fmla="*/ 1965 h 5069"/>
              <a:gd name="connsiteX16" fmla="*/ 5662 w 19205"/>
              <a:gd name="connsiteY16" fmla="*/ 4024 h 5069"/>
              <a:gd name="connsiteX17" fmla="*/ 6454 w 19205"/>
              <a:gd name="connsiteY17" fmla="*/ 4024 h 5069"/>
              <a:gd name="connsiteX18" fmla="*/ 6457 w 19205"/>
              <a:gd name="connsiteY18" fmla="*/ 5069 h 5069"/>
              <a:gd name="connsiteX19" fmla="*/ 19205 w 19205"/>
              <a:gd name="connsiteY19" fmla="*/ 5069 h 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205" h="5069">
                <a:moveTo>
                  <a:pt x="0" y="5042"/>
                </a:moveTo>
                <a:lnTo>
                  <a:pt x="2204" y="5044"/>
                </a:lnTo>
                <a:lnTo>
                  <a:pt x="2204" y="4474"/>
                </a:lnTo>
                <a:lnTo>
                  <a:pt x="3010" y="4470"/>
                </a:lnTo>
                <a:lnTo>
                  <a:pt x="3014" y="3374"/>
                </a:lnTo>
                <a:lnTo>
                  <a:pt x="4234" y="3374"/>
                </a:lnTo>
                <a:lnTo>
                  <a:pt x="4234" y="4294"/>
                </a:lnTo>
                <a:lnTo>
                  <a:pt x="3914" y="4294"/>
                </a:lnTo>
                <a:lnTo>
                  <a:pt x="3914" y="2524"/>
                </a:lnTo>
                <a:lnTo>
                  <a:pt x="4274" y="2524"/>
                </a:lnTo>
                <a:lnTo>
                  <a:pt x="4278" y="0"/>
                </a:lnTo>
                <a:lnTo>
                  <a:pt x="5058" y="480"/>
                </a:lnTo>
                <a:lnTo>
                  <a:pt x="5044" y="4864"/>
                </a:lnTo>
                <a:lnTo>
                  <a:pt x="4701" y="4863"/>
                </a:lnTo>
                <a:lnTo>
                  <a:pt x="4701" y="1968"/>
                </a:lnTo>
                <a:lnTo>
                  <a:pt x="5663" y="1965"/>
                </a:lnTo>
                <a:lnTo>
                  <a:pt x="5662" y="4024"/>
                </a:lnTo>
                <a:lnTo>
                  <a:pt x="6454" y="4024"/>
                </a:lnTo>
                <a:lnTo>
                  <a:pt x="6457" y="5069"/>
                </a:lnTo>
                <a:lnTo>
                  <a:pt x="19205" y="5069"/>
                </a:lnTo>
              </a:path>
            </a:pathLst>
          </a:cu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日期占位符 3"/>
          <p:cNvSpPr>
            <a:spLocks noGrp="1"/>
          </p:cNvSpPr>
          <p:nvPr>
            <p:ph type="dt" sz="half" idx="16385"/>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10" name="页脚占位符 4"/>
          <p:cNvSpPr>
            <a:spLocks noGrp="1"/>
          </p:cNvSpPr>
          <p:nvPr>
            <p:ph type="ftr" sz="quarter" idx="16386"/>
            <p:custDataLst>
              <p:tags r:id="rId4"/>
            </p:custDataLst>
          </p:nvPr>
        </p:nvSpPr>
        <p:spPr/>
        <p:txBody>
          <a:bodyPr>
            <a:normAutofit/>
          </a:bodyPr>
          <a:lstStyle/>
          <a:p>
            <a:endParaRPr lang="zh-CN" altLang="en-US" dirty="0"/>
          </a:p>
        </p:txBody>
      </p:sp>
      <p:sp>
        <p:nvSpPr>
          <p:cNvPr id="11" name="灯片编号占位符 5"/>
          <p:cNvSpPr>
            <a:spLocks noGrp="1"/>
          </p:cNvSpPr>
          <p:nvPr>
            <p:ph type="sldNum" sz="quarter" idx="16387"/>
            <p:custDataLst>
              <p:tags r:id="rId5"/>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3" name="Text Placeholder 12"/>
          <p:cNvSpPr>
            <a:spLocks noGrp="1"/>
          </p:cNvSpPr>
          <p:nvPr>
            <p:ph type="body" idx="16389" hasCustomPrompt="1"/>
            <p:custDataLst>
              <p:tags r:id="rId6"/>
            </p:custDataLst>
          </p:nvPr>
        </p:nvSpPr>
        <p:spPr>
          <a:xfrm>
            <a:off x="5078942" y="1651000"/>
            <a:ext cx="6097058" cy="457200"/>
          </a:xfrm>
          <a:noFill/>
        </p:spPr>
        <p:txBody>
          <a:bodyPr vert="horz" lIns="0" tIns="0" rIns="0" bIns="0" anchor="t">
            <a:normAutofit/>
          </a:bodyPr>
          <a:lstStyle>
            <a:lvl1pPr marL="0" indent="0" algn="r">
              <a:lnSpc>
                <a:spcPct val="125000"/>
              </a:lnSpc>
              <a:spcBef>
                <a:spcPct val="0"/>
              </a:spcBef>
              <a:spcAft>
                <a:spcPct val="0"/>
              </a:spcAft>
              <a:buNone/>
              <a:defRPr sz="2400" b="0" spc="0">
                <a:solidFill>
                  <a:schemeClr val="accent1"/>
                </a:solidFill>
              </a:defRPr>
            </a:lvl1pPr>
          </a:lstStyle>
          <a:p>
            <a:pPr lvl="0"/>
            <a:r>
              <a:rPr lang="zh-CN" altLang="en-US" smtClean="0"/>
              <a:t>20XX YEAR</a:t>
            </a:r>
            <a:endParaRPr lang="zh-CN" altLang="en-US" smtClean="0"/>
          </a:p>
        </p:txBody>
      </p:sp>
      <p:sp>
        <p:nvSpPr>
          <p:cNvPr id="6" name="标题 1"/>
          <p:cNvSpPr>
            <a:spLocks noGrp="1"/>
          </p:cNvSpPr>
          <p:nvPr>
            <p:ph type="ctrTitle" idx="16388" hasCustomPrompt="1"/>
            <p:custDataLst>
              <p:tags r:id="rId7"/>
            </p:custDataLst>
          </p:nvPr>
        </p:nvSpPr>
        <p:spPr>
          <a:xfrm>
            <a:off x="4823354" y="2159000"/>
            <a:ext cx="6352646" cy="2540000"/>
          </a:xfrm>
        </p:spPr>
        <p:txBody>
          <a:bodyPr vert="horz" wrap="square" lIns="0" tIns="0" rIns="0" bIns="0" anchor="t">
            <a:normAutofit/>
          </a:bodyPr>
          <a:lstStyle>
            <a:lvl1pPr marL="0" indent="0" algn="r">
              <a:lnSpc>
                <a:spcPct val="100000"/>
              </a:lnSpc>
              <a:spcBef>
                <a:spcPct val="0"/>
              </a:spcBef>
              <a:spcAft>
                <a:spcPct val="0"/>
              </a:spcAft>
              <a:buNone/>
              <a:defRPr sz="6000" spc="0">
                <a:solidFill>
                  <a:schemeClr val="tx1">
                    <a:lumMod val="85000"/>
                    <a:lumOff val="15000"/>
                  </a:schemeClr>
                </a:solidFill>
              </a:defRPr>
            </a:lvl1pPr>
          </a:lstStyle>
          <a:p>
            <a:r>
              <a:rPr lang="zh-CN" altLang="en-US" dirty="0"/>
              <a:t>单击此处
添加文档标题</a:t>
            </a:r>
            <a:endParaRPr lang="zh-CN" altLang="en-US" dirty="0"/>
          </a:p>
        </p:txBody>
      </p:sp>
      <p:sp>
        <p:nvSpPr>
          <p:cNvPr id="24" name="署名占位符 10"/>
          <p:cNvSpPr>
            <a:spLocks noGrp="1"/>
          </p:cNvSpPr>
          <p:nvPr>
            <p:ph type="body" sz="quarter" idx="16390" hasCustomPrompt="1"/>
            <p:custDataLst>
              <p:tags r:id="rId8"/>
            </p:custDataLst>
          </p:nvPr>
        </p:nvSpPr>
        <p:spPr>
          <a:xfrm>
            <a:off x="8635118" y="4749800"/>
            <a:ext cx="2540882" cy="533400"/>
          </a:xfrm>
        </p:spPr>
        <p:txBody>
          <a:bodyPr vert="horz" wrap="square" lIns="0" tIns="0" rIns="0" bIns="0" anchor="ctr">
            <a:normAutofit/>
          </a:bodyPr>
          <a:lstStyle>
            <a:lvl1pPr marL="0" indent="0" algn="r">
              <a:lnSpc>
                <a:spcPct val="100000"/>
              </a:lnSpc>
              <a:spcBef>
                <a:spcPct val="0"/>
              </a:spcBef>
              <a:spcAft>
                <a:spcPct val="0"/>
              </a:spcAft>
              <a:buNone/>
              <a:defRPr sz="2000" b="0" spc="0">
                <a:solidFill>
                  <a:schemeClr val="accent1"/>
                </a:solidFill>
              </a:defRPr>
            </a:lvl1pPr>
          </a:lstStyle>
          <a:p>
            <a:pPr lvl="0"/>
            <a:r>
              <a:rPr lang="zh-CN" altLang="en-US" dirty="0"/>
              <a:t>BY WPS</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showMasterSp="0" userDrawn="1">
  <p:cSld name="章节页-1_4">
    <p:bg>
      <p:bgRef idx="1001">
        <a:schemeClr val="bg1"/>
      </p:bgRef>
    </p:bg>
    <p:spTree>
      <p:nvGrpSpPr>
        <p:cNvPr id="1" name=""/>
        <p:cNvGrpSpPr/>
        <p:nvPr/>
      </p:nvGrpSpPr>
      <p:grpSpPr>
        <a:xfrm>
          <a:off x="0" y="0"/>
          <a:ext cx="0" cy="0"/>
          <a:chOff x="0" y="0"/>
          <a:chExt cx="0" cy="0"/>
        </a:xfrm>
      </p:grpSpPr>
      <p:sp>
        <p:nvSpPr>
          <p:cNvPr id="13" name="任意多边形 7"/>
          <p:cNvSpPr/>
          <p:nvPr>
            <p:custDataLst>
              <p:tags r:id="rId2"/>
            </p:custDataLst>
          </p:nvPr>
        </p:nvSpPr>
        <p:spPr>
          <a:xfrm>
            <a:off x="5881370" y="4941570"/>
            <a:ext cx="6301740" cy="1591310"/>
          </a:xfrm>
          <a:custGeom>
            <a:avLst/>
            <a:gdLst>
              <a:gd name="connsiteX0" fmla="*/ 2 w 9924"/>
              <a:gd name="connsiteY0" fmla="*/ 2235 h 2506"/>
              <a:gd name="connsiteX1" fmla="*/ 0 w 9924"/>
              <a:gd name="connsiteY1" fmla="*/ 230 h 2506"/>
              <a:gd name="connsiteX2" fmla="*/ 220 w 9924"/>
              <a:gd name="connsiteY2" fmla="*/ 0 h 2506"/>
              <a:gd name="connsiteX3" fmla="*/ 500 w 9924"/>
              <a:gd name="connsiteY3" fmla="*/ 0 h 2506"/>
              <a:gd name="connsiteX4" fmla="*/ 710 w 9924"/>
              <a:gd name="connsiteY4" fmla="*/ 220 h 2506"/>
              <a:gd name="connsiteX5" fmla="*/ 710 w 9924"/>
              <a:gd name="connsiteY5" fmla="*/ 2050 h 2506"/>
              <a:gd name="connsiteX6" fmla="*/ 500 w 9924"/>
              <a:gd name="connsiteY6" fmla="*/ 2050 h 2506"/>
              <a:gd name="connsiteX7" fmla="*/ 500 w 9924"/>
              <a:gd name="connsiteY7" fmla="*/ 980 h 2506"/>
              <a:gd name="connsiteX8" fmla="*/ 1153 w 9924"/>
              <a:gd name="connsiteY8" fmla="*/ 982 h 2506"/>
              <a:gd name="connsiteX9" fmla="*/ 1153 w 9924"/>
              <a:gd name="connsiteY9" fmla="*/ 1942 h 2506"/>
              <a:gd name="connsiteX10" fmla="*/ 1936 w 9924"/>
              <a:gd name="connsiteY10" fmla="*/ 1946 h 2506"/>
              <a:gd name="connsiteX11" fmla="*/ 1936 w 9924"/>
              <a:gd name="connsiteY11" fmla="*/ 2268 h 2506"/>
              <a:gd name="connsiteX12" fmla="*/ 2281 w 9924"/>
              <a:gd name="connsiteY12" fmla="*/ 2268 h 2506"/>
              <a:gd name="connsiteX13" fmla="*/ 2283 w 9924"/>
              <a:gd name="connsiteY13" fmla="*/ 2506 h 2506"/>
              <a:gd name="connsiteX14" fmla="*/ 9924 w 9924"/>
              <a:gd name="connsiteY14" fmla="*/ 2501 h 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24" h="2506">
                <a:moveTo>
                  <a:pt x="2" y="2235"/>
                </a:moveTo>
                <a:lnTo>
                  <a:pt x="0" y="230"/>
                </a:lnTo>
                <a:lnTo>
                  <a:pt x="220" y="0"/>
                </a:lnTo>
                <a:lnTo>
                  <a:pt x="500" y="0"/>
                </a:lnTo>
                <a:lnTo>
                  <a:pt x="710" y="220"/>
                </a:lnTo>
                <a:lnTo>
                  <a:pt x="710" y="2050"/>
                </a:lnTo>
                <a:lnTo>
                  <a:pt x="500" y="2050"/>
                </a:lnTo>
                <a:lnTo>
                  <a:pt x="500" y="980"/>
                </a:lnTo>
                <a:lnTo>
                  <a:pt x="1153" y="982"/>
                </a:lnTo>
                <a:lnTo>
                  <a:pt x="1153" y="1942"/>
                </a:lnTo>
                <a:lnTo>
                  <a:pt x="1936" y="1946"/>
                </a:lnTo>
                <a:lnTo>
                  <a:pt x="1936" y="2268"/>
                </a:lnTo>
                <a:lnTo>
                  <a:pt x="2281" y="2268"/>
                </a:lnTo>
                <a:lnTo>
                  <a:pt x="2283" y="2506"/>
                </a:lnTo>
                <a:lnTo>
                  <a:pt x="9924" y="2501"/>
                </a:lnTo>
              </a:path>
            </a:pathLst>
          </a:custGeom>
          <a:noFill/>
          <a:ln w="2540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4" name="任意多边形 8"/>
          <p:cNvSpPr/>
          <p:nvPr>
            <p:custDataLst>
              <p:tags r:id="rId3"/>
            </p:custDataLst>
          </p:nvPr>
        </p:nvSpPr>
        <p:spPr>
          <a:xfrm>
            <a:off x="0" y="5236845"/>
            <a:ext cx="5894705" cy="1302385"/>
          </a:xfrm>
          <a:custGeom>
            <a:avLst/>
            <a:gdLst>
              <a:gd name="connsiteX0" fmla="*/ 9283 w 9283"/>
              <a:gd name="connsiteY0" fmla="*/ 1758 h 2051"/>
              <a:gd name="connsiteX1" fmla="*/ 9062 w 9283"/>
              <a:gd name="connsiteY1" fmla="*/ 1755 h 2051"/>
              <a:gd name="connsiteX2" fmla="*/ 9062 w 9283"/>
              <a:gd name="connsiteY2" fmla="*/ 0 h 2051"/>
              <a:gd name="connsiteX3" fmla="*/ 8410 w 9283"/>
              <a:gd name="connsiteY3" fmla="*/ 547 h 2051"/>
              <a:gd name="connsiteX4" fmla="*/ 8410 w 9283"/>
              <a:gd name="connsiteY4" fmla="*/ 2028 h 2051"/>
              <a:gd name="connsiteX5" fmla="*/ 8710 w 9283"/>
              <a:gd name="connsiteY5" fmla="*/ 2028 h 2051"/>
              <a:gd name="connsiteX6" fmla="*/ 8710 w 9283"/>
              <a:gd name="connsiteY6" fmla="*/ 1158 h 2051"/>
              <a:gd name="connsiteX7" fmla="*/ 7675 w 9283"/>
              <a:gd name="connsiteY7" fmla="*/ 906 h 2051"/>
              <a:gd name="connsiteX8" fmla="*/ 7674 w 9283"/>
              <a:gd name="connsiteY8" fmla="*/ 1785 h 2051"/>
              <a:gd name="connsiteX9" fmla="*/ 7084 w 9283"/>
              <a:gd name="connsiteY9" fmla="*/ 1785 h 2051"/>
              <a:gd name="connsiteX10" fmla="*/ 7086 w 9283"/>
              <a:gd name="connsiteY10" fmla="*/ 2051 h 2051"/>
              <a:gd name="connsiteX11" fmla="*/ 0 w 9283"/>
              <a:gd name="connsiteY11" fmla="*/ 2047 h 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83" h="2051">
                <a:moveTo>
                  <a:pt x="9283" y="1758"/>
                </a:moveTo>
                <a:lnTo>
                  <a:pt x="9062" y="1755"/>
                </a:lnTo>
                <a:lnTo>
                  <a:pt x="9062" y="0"/>
                </a:lnTo>
                <a:lnTo>
                  <a:pt x="8410" y="547"/>
                </a:lnTo>
                <a:lnTo>
                  <a:pt x="8410" y="2028"/>
                </a:lnTo>
                <a:lnTo>
                  <a:pt x="8710" y="2028"/>
                </a:lnTo>
                <a:lnTo>
                  <a:pt x="8710" y="1158"/>
                </a:lnTo>
                <a:lnTo>
                  <a:pt x="7675" y="906"/>
                </a:lnTo>
                <a:lnTo>
                  <a:pt x="7674" y="1785"/>
                </a:lnTo>
                <a:lnTo>
                  <a:pt x="7084" y="1785"/>
                </a:lnTo>
                <a:lnTo>
                  <a:pt x="7086" y="2051"/>
                </a:lnTo>
                <a:lnTo>
                  <a:pt x="0" y="2047"/>
                </a:lnTo>
              </a:path>
            </a:pathLst>
          </a:custGeom>
          <a:noFill/>
          <a:ln w="2540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15" name="直接连接符 14"/>
          <p:cNvCxnSpPr/>
          <p:nvPr>
            <p:custDataLst>
              <p:tags r:id="rId4"/>
            </p:custDataLst>
          </p:nvPr>
        </p:nvCxnSpPr>
        <p:spPr>
          <a:xfrm>
            <a:off x="6106795" y="4594225"/>
            <a:ext cx="0" cy="347345"/>
          </a:xfrm>
          <a:prstGeom prst="line">
            <a:avLst/>
          </a:prstGeom>
          <a:noFill/>
          <a:ln w="2540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cxnSp>
      <p:sp>
        <p:nvSpPr>
          <p:cNvPr id="7" name="日期占位符 4"/>
          <p:cNvSpPr>
            <a:spLocks noGrp="1"/>
          </p:cNvSpPr>
          <p:nvPr userDrawn="1">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5"/>
          <p:cNvSpPr>
            <a:spLocks noGrp="1"/>
          </p:cNvSpPr>
          <p:nvPr userDrawn="1">
            <p:ph type="ftr" sz="quarter" idx="11"/>
            <p:custDataLst>
              <p:tags r:id="rId6"/>
            </p:custDataLst>
          </p:nvPr>
        </p:nvSpPr>
        <p:spPr/>
        <p:txBody>
          <a:bodyPr/>
          <a:lstStyle/>
          <a:p>
            <a:endParaRPr lang="zh-CN" altLang="en-US"/>
          </a:p>
        </p:txBody>
      </p:sp>
      <p:sp>
        <p:nvSpPr>
          <p:cNvPr id="10" name="灯片编号占位符 6"/>
          <p:cNvSpPr>
            <a:spLocks noGrp="1"/>
          </p:cNvSpPr>
          <p:nvPr userDrawn="1">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
        <p:nvSpPr>
          <p:cNvPr id="6" name="标题 1"/>
          <p:cNvSpPr>
            <a:spLocks noGrp="1"/>
          </p:cNvSpPr>
          <p:nvPr userDrawn="1">
            <p:ph type="title" idx="17826049" hasCustomPrompt="1"/>
            <p:custDataLst>
              <p:tags r:id="rId8"/>
            </p:custDataLst>
          </p:nvPr>
        </p:nvSpPr>
        <p:spPr>
          <a:xfrm>
            <a:off x="1903942" y="3070225"/>
            <a:ext cx="8384117" cy="1524000"/>
          </a:xfrm>
        </p:spPr>
        <p:txBody>
          <a:bodyPr vert="horz" wrap="square" lIns="0" tIns="0" rIns="0" bIns="0" anchor="t">
            <a:normAutofit/>
          </a:bodyPr>
          <a:lstStyle>
            <a:lvl1pPr marL="0" indent="0" algn="ctr">
              <a:lnSpc>
                <a:spcPct val="100000"/>
              </a:lnSpc>
              <a:spcBef>
                <a:spcPct val="0"/>
              </a:spcBef>
              <a:spcAft>
                <a:spcPct val="0"/>
              </a:spcAft>
              <a:buNone/>
              <a:defRPr sz="4800" b="0" spc="0">
                <a:solidFill>
                  <a:schemeClr val="tx1">
                    <a:lumMod val="85000"/>
                    <a:lumOff val="15000"/>
                  </a:schemeClr>
                </a:solidFill>
              </a:defRPr>
            </a:lvl1pPr>
          </a:lstStyle>
          <a:p>
            <a:r>
              <a:rPr lang="zh-CN" altLang="en-US" dirty="0"/>
              <a:t>单击此处添加章节标题</a:t>
            </a:r>
            <a:endParaRPr lang="zh-CN" altLang="en-US" dirty="0"/>
          </a:p>
        </p:txBody>
      </p:sp>
      <p:sp>
        <p:nvSpPr>
          <p:cNvPr id="8" name="节编号 3"/>
          <p:cNvSpPr>
            <a:spLocks noGrp="1"/>
          </p:cNvSpPr>
          <p:nvPr userDrawn="1">
            <p:ph type="body" sz="quarter" idx="17826561" hasCustomPrompt="1"/>
            <p:custDataLst>
              <p:tags r:id="rId9"/>
            </p:custDataLst>
          </p:nvPr>
        </p:nvSpPr>
        <p:spPr>
          <a:xfrm>
            <a:off x="5332413" y="1444625"/>
            <a:ext cx="1527175" cy="1524000"/>
          </a:xfrm>
        </p:spPr>
        <p:txBody>
          <a:bodyPr vert="horz" wrap="none" lIns="0" tIns="0" rIns="0" bIns="0" anchor="ctr">
            <a:normAutofit/>
          </a:bodyPr>
          <a:lstStyle>
            <a:lvl1pPr marL="0" indent="0" algn="ctr">
              <a:lnSpc>
                <a:spcPct val="109000"/>
              </a:lnSpc>
              <a:spcBef>
                <a:spcPct val="0"/>
              </a:spcBef>
              <a:spcAft>
                <a:spcPct val="0"/>
              </a:spcAft>
              <a:buNone/>
              <a:defRPr sz="7200" b="1" spc="0">
                <a:ln w="25400">
                  <a:solidFill>
                    <a:schemeClr val="accent1"/>
                  </a:solidFill>
                </a:ln>
                <a:noFill/>
              </a:defRPr>
            </a:lvl1pPr>
          </a:lstStyle>
          <a:p>
            <a:pPr lvl="0"/>
            <a:r>
              <a:rPr lang="zh-CN" altLang="en-US" dirty="0"/>
              <a:t>01</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showMasterSp="0" userDrawn="1">
  <p:cSld name="结束页-1_5">
    <p:bg>
      <p:bgRef idx="1001">
        <a:schemeClr val="bg1"/>
      </p:bgRef>
    </p:bg>
    <p:spTree>
      <p:nvGrpSpPr>
        <p:cNvPr id="1" name=""/>
        <p:cNvGrpSpPr/>
        <p:nvPr/>
      </p:nvGrpSpPr>
      <p:grpSpPr>
        <a:xfrm>
          <a:off x="0" y="0"/>
          <a:ext cx="0" cy="0"/>
          <a:chOff x="0" y="0"/>
          <a:chExt cx="0" cy="0"/>
        </a:xfrm>
      </p:grpSpPr>
      <p:sp>
        <p:nvSpPr>
          <p:cNvPr id="7" name="任意多边形 6"/>
          <p:cNvSpPr/>
          <p:nvPr userDrawn="1">
            <p:custDataLst>
              <p:tags r:id="rId2"/>
            </p:custDataLst>
          </p:nvPr>
        </p:nvSpPr>
        <p:spPr>
          <a:xfrm>
            <a:off x="0" y="2167890"/>
            <a:ext cx="12191365" cy="3030855"/>
          </a:xfrm>
          <a:custGeom>
            <a:avLst/>
            <a:gdLst>
              <a:gd name="connsiteX0" fmla="*/ 0 w 19207"/>
              <a:gd name="connsiteY0" fmla="*/ 4755 h 4773"/>
              <a:gd name="connsiteX1" fmla="*/ 2772 w 19207"/>
              <a:gd name="connsiteY1" fmla="*/ 4754 h 4773"/>
              <a:gd name="connsiteX2" fmla="*/ 2772 w 19207"/>
              <a:gd name="connsiteY2" fmla="*/ 3267 h 4773"/>
              <a:gd name="connsiteX3" fmla="*/ 3507 w 19207"/>
              <a:gd name="connsiteY3" fmla="*/ 2990 h 4773"/>
              <a:gd name="connsiteX4" fmla="*/ 3503 w 19207"/>
              <a:gd name="connsiteY4" fmla="*/ 4767 h 4773"/>
              <a:gd name="connsiteX5" fmla="*/ 3211 w 19207"/>
              <a:gd name="connsiteY5" fmla="*/ 4769 h 4773"/>
              <a:gd name="connsiteX6" fmla="*/ 3211 w 19207"/>
              <a:gd name="connsiteY6" fmla="*/ 1950 h 4773"/>
              <a:gd name="connsiteX7" fmla="*/ 4584 w 19207"/>
              <a:gd name="connsiteY7" fmla="*/ 2275 h 4773"/>
              <a:gd name="connsiteX8" fmla="*/ 4584 w 19207"/>
              <a:gd name="connsiteY8" fmla="*/ 4773 h 4773"/>
              <a:gd name="connsiteX9" fmla="*/ 4069 w 19207"/>
              <a:gd name="connsiteY9" fmla="*/ 4773 h 4773"/>
              <a:gd name="connsiteX10" fmla="*/ 4079 w 19207"/>
              <a:gd name="connsiteY10" fmla="*/ 0 h 4773"/>
              <a:gd name="connsiteX11" fmla="*/ 5131 w 19207"/>
              <a:gd name="connsiteY11" fmla="*/ 7 h 4773"/>
              <a:gd name="connsiteX12" fmla="*/ 5128 w 19207"/>
              <a:gd name="connsiteY12" fmla="*/ 3834 h 4773"/>
              <a:gd name="connsiteX13" fmla="*/ 4879 w 19207"/>
              <a:gd name="connsiteY13" fmla="*/ 3837 h 4773"/>
              <a:gd name="connsiteX14" fmla="*/ 4879 w 19207"/>
              <a:gd name="connsiteY14" fmla="*/ 2979 h 4773"/>
              <a:gd name="connsiteX15" fmla="*/ 6069 w 19207"/>
              <a:gd name="connsiteY15" fmla="*/ 2978 h 4773"/>
              <a:gd name="connsiteX16" fmla="*/ 6068 w 19207"/>
              <a:gd name="connsiteY16" fmla="*/ 4339 h 4773"/>
              <a:gd name="connsiteX17" fmla="*/ 6597 w 19207"/>
              <a:gd name="connsiteY17" fmla="*/ 4338 h 4773"/>
              <a:gd name="connsiteX18" fmla="*/ 6595 w 19207"/>
              <a:gd name="connsiteY18" fmla="*/ 4771 h 4773"/>
              <a:gd name="connsiteX19" fmla="*/ 19207 w 19207"/>
              <a:gd name="connsiteY19" fmla="*/ 4770 h 4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207" h="4773">
                <a:moveTo>
                  <a:pt x="0" y="4755"/>
                </a:moveTo>
                <a:lnTo>
                  <a:pt x="2772" y="4754"/>
                </a:lnTo>
                <a:lnTo>
                  <a:pt x="2772" y="3267"/>
                </a:lnTo>
                <a:lnTo>
                  <a:pt x="3507" y="2990"/>
                </a:lnTo>
                <a:lnTo>
                  <a:pt x="3503" y="4767"/>
                </a:lnTo>
                <a:lnTo>
                  <a:pt x="3211" y="4769"/>
                </a:lnTo>
                <a:lnTo>
                  <a:pt x="3211" y="1950"/>
                </a:lnTo>
                <a:lnTo>
                  <a:pt x="4584" y="2275"/>
                </a:lnTo>
                <a:lnTo>
                  <a:pt x="4584" y="4773"/>
                </a:lnTo>
                <a:lnTo>
                  <a:pt x="4069" y="4773"/>
                </a:lnTo>
                <a:lnTo>
                  <a:pt x="4079" y="0"/>
                </a:lnTo>
                <a:lnTo>
                  <a:pt x="5131" y="7"/>
                </a:lnTo>
                <a:lnTo>
                  <a:pt x="5128" y="3834"/>
                </a:lnTo>
                <a:lnTo>
                  <a:pt x="4879" y="3837"/>
                </a:lnTo>
                <a:lnTo>
                  <a:pt x="4879" y="2979"/>
                </a:lnTo>
                <a:lnTo>
                  <a:pt x="6069" y="2978"/>
                </a:lnTo>
                <a:lnTo>
                  <a:pt x="6068" y="4339"/>
                </a:lnTo>
                <a:lnTo>
                  <a:pt x="6597" y="4338"/>
                </a:lnTo>
                <a:lnTo>
                  <a:pt x="6595" y="4771"/>
                </a:lnTo>
                <a:lnTo>
                  <a:pt x="19207" y="4770"/>
                </a:lnTo>
              </a:path>
            </a:pathLst>
          </a:cu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8" name="直接连接符 7"/>
          <p:cNvCxnSpPr/>
          <p:nvPr userDrawn="1">
            <p:custDataLst>
              <p:tags r:id="rId3"/>
            </p:custDataLst>
          </p:nvPr>
        </p:nvCxnSpPr>
        <p:spPr>
          <a:xfrm>
            <a:off x="2926715" y="1604645"/>
            <a:ext cx="0" cy="563245"/>
          </a:xfrm>
          <a:prstGeom prst="line">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cxnSp>
      <p:sp>
        <p:nvSpPr>
          <p:cNvPr id="10"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11" name="页脚占位符 4"/>
          <p:cNvSpPr>
            <a:spLocks noGrp="1"/>
          </p:cNvSpPr>
          <p:nvPr>
            <p:ph type="ftr" sz="quarter" idx="11"/>
            <p:custDataLst>
              <p:tags r:id="rId5"/>
            </p:custDataLst>
          </p:nvPr>
        </p:nvSpPr>
        <p:spPr/>
        <p:txBody>
          <a:bodyPr/>
          <a:lstStyle/>
          <a:p>
            <a:endParaRPr lang="zh-CN" altLang="en-US"/>
          </a:p>
        </p:txBody>
      </p:sp>
      <p:sp>
        <p:nvSpPr>
          <p:cNvPr id="12"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9" name="副标题 2"/>
          <p:cNvSpPr>
            <a:spLocks noGrp="1"/>
          </p:cNvSpPr>
          <p:nvPr>
            <p:ph type="body" idx="17826305" hasCustomPrompt="1"/>
            <p:custDataLst>
              <p:tags r:id="rId7"/>
            </p:custDataLst>
          </p:nvPr>
        </p:nvSpPr>
        <p:spPr>
          <a:xfrm>
            <a:off x="5726642" y="2667000"/>
            <a:ext cx="5449358" cy="457200"/>
          </a:xfrm>
        </p:spPr>
        <p:txBody>
          <a:bodyPr vert="horz" wrap="square" lIns="0" tIns="0" rIns="0" bIns="0" anchor="t">
            <a:normAutofit/>
          </a:bodyPr>
          <a:lstStyle>
            <a:lvl1pPr marL="0" indent="0" algn="r">
              <a:lnSpc>
                <a:spcPct val="125000"/>
              </a:lnSpc>
              <a:spcBef>
                <a:spcPct val="0"/>
              </a:spcBef>
              <a:spcAft>
                <a:spcPct val="0"/>
              </a:spcAft>
              <a:buNone/>
              <a:defRPr sz="2400" b="0" spc="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THE END</a:t>
            </a:r>
            <a:endParaRPr lang="zh-CN" altLang="en-US" dirty="0"/>
          </a:p>
        </p:txBody>
      </p:sp>
      <p:sp>
        <p:nvSpPr>
          <p:cNvPr id="6" name="标题 1"/>
          <p:cNvSpPr>
            <a:spLocks noGrp="1"/>
          </p:cNvSpPr>
          <p:nvPr>
            <p:ph type="ctrTitle" idx="17826049" hasCustomPrompt="1"/>
            <p:custDataLst>
              <p:tags r:id="rId8"/>
            </p:custDataLst>
          </p:nvPr>
        </p:nvSpPr>
        <p:spPr>
          <a:xfrm>
            <a:off x="5724878" y="3175000"/>
            <a:ext cx="5451122" cy="1016000"/>
          </a:xfrm>
        </p:spPr>
        <p:txBody>
          <a:bodyPr vert="horz" wrap="square" lIns="0" tIns="0" rIns="0" bIns="0" anchor="t">
            <a:normAutofit/>
          </a:bodyPr>
          <a:lstStyle>
            <a:lvl1pPr marL="0" indent="0" algn="r">
              <a:lnSpc>
                <a:spcPct val="100000"/>
              </a:lnSpc>
              <a:spcBef>
                <a:spcPct val="0"/>
              </a:spcBef>
              <a:spcAft>
                <a:spcPct val="0"/>
              </a:spcAft>
              <a:buNone/>
              <a:defRPr sz="6400" spc="0"/>
            </a:lvl1pPr>
          </a:lstStyle>
          <a:p>
            <a:r>
              <a:rPr lang="zh-CN" altLang="en-US" dirty="0"/>
              <a:t>谢谢观看</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目录页-1-5-4">
    <p:bg>
      <p:bgRef idx="1001">
        <a:schemeClr val="bg1"/>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p:txBody>
          <a:bodyPr/>
          <a:p>
            <a:endParaRPr lang="zh-CN" altLang="en-US"/>
          </a:p>
        </p:txBody>
      </p:sp>
      <p:sp>
        <p:nvSpPr>
          <p:cNvPr id="10" name="灯片编号占位符 5"/>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Subtitle 10"/>
          <p:cNvSpPr>
            <a:spLocks noGrp="1"/>
          </p:cNvSpPr>
          <p:nvPr>
            <p:ph type="subTitle" idx="17826305"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2" name="Title 11"/>
          <p:cNvSpPr>
            <a:spLocks noGrp="1"/>
          </p:cNvSpPr>
          <p:nvPr>
            <p:ph type="ctrTitle" idx="17826049"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3" name="Text Placeholder 12"/>
          <p:cNvSpPr>
            <a:spLocks noGrp="1"/>
          </p:cNvSpPr>
          <p:nvPr>
            <p:ph type="body" idx="319883777" hasCustomPrompt="1"/>
            <p:custDataLst>
              <p:tags r:id="rId7"/>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4" name="装饰  3"/>
          <p:cNvSpPr>
            <a:spLocks noGrp="1"/>
          </p:cNvSpPr>
          <p:nvPr>
            <p:ph type="body" idx="319883522" hasCustomPrompt="1"/>
            <p:custDataLst>
              <p:tags r:id="rId8"/>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Text Placeholder 14"/>
          <p:cNvSpPr>
            <a:spLocks noGrp="1"/>
          </p:cNvSpPr>
          <p:nvPr>
            <p:ph type="body" idx="51446017" hasCustomPrompt="1"/>
            <p:custDataLst>
              <p:tags r:id="rId9"/>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Text Placeholder 15"/>
          <p:cNvSpPr>
            <a:spLocks noGrp="1"/>
          </p:cNvSpPr>
          <p:nvPr>
            <p:ph type="body" idx="319949313" hasCustomPrompt="1"/>
            <p:custDataLst>
              <p:tags r:id="rId10"/>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7" name="装饰  6"/>
          <p:cNvSpPr>
            <a:spLocks noGrp="1"/>
          </p:cNvSpPr>
          <p:nvPr>
            <p:ph type="body" idx="319949058" hasCustomPrompt="1"/>
            <p:custDataLst>
              <p:tags r:id="rId11"/>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Text Placeholder 17"/>
          <p:cNvSpPr>
            <a:spLocks noGrp="1"/>
          </p:cNvSpPr>
          <p:nvPr>
            <p:ph type="body" idx="51511553" hasCustomPrompt="1"/>
            <p:custDataLst>
              <p:tags r:id="rId12"/>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Text Placeholder 18"/>
          <p:cNvSpPr>
            <a:spLocks noGrp="1"/>
          </p:cNvSpPr>
          <p:nvPr>
            <p:ph type="body" idx="320014849" hasCustomPrompt="1"/>
            <p:custDataLst>
              <p:tags r:id="rId13"/>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0" name="装饰  9"/>
          <p:cNvSpPr>
            <a:spLocks noGrp="1"/>
          </p:cNvSpPr>
          <p:nvPr>
            <p:ph type="body" idx="320014594" hasCustomPrompt="1"/>
            <p:custDataLst>
              <p:tags r:id="rId14"/>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Text Placeholder 20"/>
          <p:cNvSpPr>
            <a:spLocks noGrp="1"/>
          </p:cNvSpPr>
          <p:nvPr>
            <p:ph type="body" idx="51577089" hasCustomPrompt="1"/>
            <p:custDataLst>
              <p:tags r:id="rId15"/>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Text Placeholder 21"/>
          <p:cNvSpPr>
            <a:spLocks noGrp="1"/>
          </p:cNvSpPr>
          <p:nvPr>
            <p:ph type="body" idx="320080385" hasCustomPrompt="1"/>
            <p:custDataLst>
              <p:tags r:id="rId16"/>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3" name="装饰  2"/>
          <p:cNvSpPr>
            <a:spLocks noGrp="1"/>
          </p:cNvSpPr>
          <p:nvPr>
            <p:ph type="body" idx="320080130" hasCustomPrompt="1"/>
            <p:custDataLst>
              <p:tags r:id="rId17"/>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Text Placeholder 23"/>
          <p:cNvSpPr>
            <a:spLocks noGrp="1"/>
          </p:cNvSpPr>
          <p:nvPr>
            <p:ph type="body" idx="51642625" hasCustomPrompt="1"/>
            <p:custDataLst>
              <p:tags r:id="rId18"/>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4" Type="http://schemas.openxmlformats.org/officeDocument/2006/relationships/theme" Target="../theme/theme2.xml"/><Relationship Id="rId43" Type="http://schemas.openxmlformats.org/officeDocument/2006/relationships/tags" Target="../tags/tag345.xml"/><Relationship Id="rId42" Type="http://schemas.openxmlformats.org/officeDocument/2006/relationships/tags" Target="../tags/tag344.xml"/><Relationship Id="rId41" Type="http://schemas.openxmlformats.org/officeDocument/2006/relationships/tags" Target="../tags/tag343.xml"/><Relationship Id="rId40" Type="http://schemas.openxmlformats.org/officeDocument/2006/relationships/tags" Target="../tags/tag342.xml"/><Relationship Id="rId4" Type="http://schemas.openxmlformats.org/officeDocument/2006/relationships/slideLayout" Target="../slideLayouts/slideLayout14.xml"/><Relationship Id="rId39" Type="http://schemas.openxmlformats.org/officeDocument/2006/relationships/tags" Target="../tags/tag341.xml"/><Relationship Id="rId38" Type="http://schemas.openxmlformats.org/officeDocument/2006/relationships/tags" Target="../tags/tag340.xml"/><Relationship Id="rId37" Type="http://schemas.openxmlformats.org/officeDocument/2006/relationships/tags" Target="../tags/tag339.xml"/><Relationship Id="rId36" Type="http://schemas.openxmlformats.org/officeDocument/2006/relationships/tags" Target="../tags/tag338.xml"/><Relationship Id="rId35" Type="http://schemas.openxmlformats.org/officeDocument/2006/relationships/slideLayout" Target="../slideLayouts/slideLayout45.xml"/><Relationship Id="rId34" Type="http://schemas.openxmlformats.org/officeDocument/2006/relationships/slideLayout" Target="../slideLayouts/slideLayout44.xml"/><Relationship Id="rId33" Type="http://schemas.openxmlformats.org/officeDocument/2006/relationships/slideLayout" Target="../slideLayouts/slideLayout43.xml"/><Relationship Id="rId32" Type="http://schemas.openxmlformats.org/officeDocument/2006/relationships/slideLayout" Target="../slideLayouts/slideLayout42.xml"/><Relationship Id="rId31" Type="http://schemas.openxmlformats.org/officeDocument/2006/relationships/slideLayout" Target="../slideLayouts/slideLayout41.xml"/><Relationship Id="rId30" Type="http://schemas.openxmlformats.org/officeDocument/2006/relationships/slideLayout" Target="../slideLayouts/slideLayout40.xml"/><Relationship Id="rId3" Type="http://schemas.openxmlformats.org/officeDocument/2006/relationships/slideLayout" Target="../slideLayouts/slideLayout13.xml"/><Relationship Id="rId29" Type="http://schemas.openxmlformats.org/officeDocument/2006/relationships/slideLayout" Target="../slideLayouts/slideLayout39.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0" Type="http://schemas.openxmlformats.org/officeDocument/2006/relationships/slideLayout" Target="../slideLayouts/slideLayout30.xml"/><Relationship Id="rId2" Type="http://schemas.openxmlformats.org/officeDocument/2006/relationships/slideLayout" Target="../slideLayouts/slideLayout12.xml"/><Relationship Id="rId19" Type="http://schemas.openxmlformats.org/officeDocument/2006/relationships/slideLayout" Target="../slideLayouts/slideLayout29.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168" y="523113"/>
            <a:ext cx="10515600" cy="1325563"/>
          </a:xfrm>
          <a:prstGeom prst="rect">
            <a:avLst/>
          </a:prstGeom>
        </p:spPr>
        <p:txBody>
          <a:bodyPr vert="horz" lIns="91440" tIns="45720" rIns="91440" bIns="45720" rtlCol="0" anchor="ctr">
            <a:no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168" y="1983613"/>
            <a:ext cx="10515600" cy="4351338"/>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任意多边形 5"/>
          <p:cNvSpPr>
            <a:spLocks noChangeAspect="1"/>
          </p:cNvSpPr>
          <p:nvPr userDrawn="1">
            <p:custDataLst>
              <p:tags r:id="rId36"/>
            </p:custDataLst>
          </p:nvPr>
        </p:nvSpPr>
        <p:spPr>
          <a:xfrm flipH="1">
            <a:off x="635" y="5456555"/>
            <a:ext cx="12191365" cy="1255395"/>
          </a:xfrm>
          <a:custGeom>
            <a:avLst/>
            <a:gdLst>
              <a:gd name="connsiteX0" fmla="*/ 0 w 17629"/>
              <a:gd name="connsiteY0" fmla="*/ 1621 h 1626"/>
              <a:gd name="connsiteX1" fmla="*/ 1899 w 17629"/>
              <a:gd name="connsiteY1" fmla="*/ 1621 h 1626"/>
              <a:gd name="connsiteX2" fmla="*/ 1899 w 17629"/>
              <a:gd name="connsiteY2" fmla="*/ 1378 h 1626"/>
              <a:gd name="connsiteX3" fmla="*/ 2246 w 17629"/>
              <a:gd name="connsiteY3" fmla="*/ 1378 h 1626"/>
              <a:gd name="connsiteX4" fmla="*/ 2244 w 17629"/>
              <a:gd name="connsiteY4" fmla="*/ 982 h 1626"/>
              <a:gd name="connsiteX5" fmla="*/ 2765 w 17629"/>
              <a:gd name="connsiteY5" fmla="*/ 975 h 1626"/>
              <a:gd name="connsiteX6" fmla="*/ 2765 w 17629"/>
              <a:gd name="connsiteY6" fmla="*/ 1290 h 1626"/>
              <a:gd name="connsiteX7" fmla="*/ 2617 w 17629"/>
              <a:gd name="connsiteY7" fmla="*/ 1291 h 1626"/>
              <a:gd name="connsiteX8" fmla="*/ 2617 w 17629"/>
              <a:gd name="connsiteY8" fmla="*/ 133 h 1626"/>
              <a:gd name="connsiteX9" fmla="*/ 3295 w 17629"/>
              <a:gd name="connsiteY9" fmla="*/ 0 h 1626"/>
              <a:gd name="connsiteX10" fmla="*/ 3294 w 17629"/>
              <a:gd name="connsiteY10" fmla="*/ 1533 h 1626"/>
              <a:gd name="connsiteX11" fmla="*/ 3015 w 17629"/>
              <a:gd name="connsiteY11" fmla="*/ 1535 h 1626"/>
              <a:gd name="connsiteX12" fmla="*/ 3015 w 17629"/>
              <a:gd name="connsiteY12" fmla="*/ 755 h 1626"/>
              <a:gd name="connsiteX13" fmla="*/ 3603 w 17629"/>
              <a:gd name="connsiteY13" fmla="*/ 637 h 1626"/>
              <a:gd name="connsiteX14" fmla="*/ 3602 w 17629"/>
              <a:gd name="connsiteY14" fmla="*/ 1177 h 1626"/>
              <a:gd name="connsiteX15" fmla="*/ 4024 w 17629"/>
              <a:gd name="connsiteY15" fmla="*/ 1176 h 1626"/>
              <a:gd name="connsiteX16" fmla="*/ 4024 w 17629"/>
              <a:gd name="connsiteY16" fmla="*/ 1626 h 1626"/>
              <a:gd name="connsiteX17" fmla="*/ 17629 w 17629"/>
              <a:gd name="connsiteY17" fmla="*/ 1621 h 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629" h="1626">
                <a:moveTo>
                  <a:pt x="0" y="1621"/>
                </a:moveTo>
                <a:lnTo>
                  <a:pt x="1899" y="1621"/>
                </a:lnTo>
                <a:lnTo>
                  <a:pt x="1899" y="1378"/>
                </a:lnTo>
                <a:lnTo>
                  <a:pt x="2246" y="1378"/>
                </a:lnTo>
                <a:lnTo>
                  <a:pt x="2244" y="982"/>
                </a:lnTo>
                <a:cubicBezTo>
                  <a:pt x="2417" y="980"/>
                  <a:pt x="2593" y="975"/>
                  <a:pt x="2765" y="975"/>
                </a:cubicBezTo>
                <a:lnTo>
                  <a:pt x="2765" y="1290"/>
                </a:lnTo>
                <a:lnTo>
                  <a:pt x="2617" y="1291"/>
                </a:lnTo>
                <a:lnTo>
                  <a:pt x="2617" y="133"/>
                </a:lnTo>
                <a:lnTo>
                  <a:pt x="3295" y="0"/>
                </a:lnTo>
                <a:cubicBezTo>
                  <a:pt x="3296" y="468"/>
                  <a:pt x="3298" y="1057"/>
                  <a:pt x="3294" y="1533"/>
                </a:cubicBezTo>
                <a:lnTo>
                  <a:pt x="3015" y="1535"/>
                </a:lnTo>
                <a:lnTo>
                  <a:pt x="3015" y="755"/>
                </a:lnTo>
                <a:lnTo>
                  <a:pt x="3603" y="637"/>
                </a:lnTo>
                <a:lnTo>
                  <a:pt x="3602" y="1177"/>
                </a:lnTo>
                <a:lnTo>
                  <a:pt x="4024" y="1176"/>
                </a:lnTo>
                <a:lnTo>
                  <a:pt x="4024" y="1626"/>
                </a:lnTo>
                <a:lnTo>
                  <a:pt x="17629" y="1621"/>
                </a:lnTo>
              </a:path>
            </a:pathLst>
          </a:custGeom>
          <a:noFill/>
          <a:ln w="19050">
            <a:solidFill>
              <a:schemeClr val="accent1">
                <a:alpha val="3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占位符 1"/>
          <p:cNvSpPr>
            <a:spLocks noGrp="1"/>
          </p:cNvSpPr>
          <p:nvPr>
            <p:ph type="title"/>
            <p:custDataLst>
              <p:tags r:id="rId37"/>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8"/>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39"/>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40"/>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41"/>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4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43"/>
    </p:custData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Lst>
  <p:txStyles>
    <p:titleStyle>
      <a:lvl1pPr algn="l" defTabSz="914400" rtl="0" eaLnBrk="1" latinLnBrk="0" hangingPunct="1">
        <a:lnSpc>
          <a:spcPct val="100000"/>
        </a:lnSpc>
        <a:spcBef>
          <a:spcPct val="0"/>
        </a:spcBef>
        <a:buNone/>
        <a:defRPr sz="3200" b="1" kern="120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accent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accent1"/>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accent1"/>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accent1"/>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2.xml"/><Relationship Id="rId2" Type="http://schemas.openxmlformats.org/officeDocument/2006/relationships/tags" Target="../tags/tag347.xml"/><Relationship Id="rId1" Type="http://schemas.openxmlformats.org/officeDocument/2006/relationships/tags" Target="../tags/tag346.xml"/></Relationships>
</file>

<file path=ppt/slides/_rels/slide2.xml.rels><?xml version="1.0" encoding="UTF-8" standalone="yes"?>
<Relationships xmlns="http://schemas.openxmlformats.org/package/2006/relationships"><Relationship Id="rId9" Type="http://schemas.openxmlformats.org/officeDocument/2006/relationships/tags" Target="../tags/tag356.xml"/><Relationship Id="rId8" Type="http://schemas.openxmlformats.org/officeDocument/2006/relationships/tags" Target="../tags/tag355.xml"/><Relationship Id="rId7" Type="http://schemas.openxmlformats.org/officeDocument/2006/relationships/tags" Target="../tags/tag354.xml"/><Relationship Id="rId6" Type="http://schemas.openxmlformats.org/officeDocument/2006/relationships/tags" Target="../tags/tag353.xml"/><Relationship Id="rId5" Type="http://schemas.openxmlformats.org/officeDocument/2006/relationships/tags" Target="../tags/tag352.xml"/><Relationship Id="rId4" Type="http://schemas.openxmlformats.org/officeDocument/2006/relationships/tags" Target="../tags/tag351.xml"/><Relationship Id="rId3" Type="http://schemas.openxmlformats.org/officeDocument/2006/relationships/tags" Target="../tags/tag350.xml"/><Relationship Id="rId2" Type="http://schemas.openxmlformats.org/officeDocument/2006/relationships/tags" Target="../tags/tag349.xml"/><Relationship Id="rId19" Type="http://schemas.openxmlformats.org/officeDocument/2006/relationships/slideLayout" Target="../slideLayouts/slideLayout33.xml"/><Relationship Id="rId18" Type="http://schemas.openxmlformats.org/officeDocument/2006/relationships/tags" Target="../tags/tag365.xml"/><Relationship Id="rId17" Type="http://schemas.openxmlformats.org/officeDocument/2006/relationships/tags" Target="../tags/tag364.xml"/><Relationship Id="rId16" Type="http://schemas.openxmlformats.org/officeDocument/2006/relationships/tags" Target="../tags/tag363.xml"/><Relationship Id="rId15" Type="http://schemas.openxmlformats.org/officeDocument/2006/relationships/tags" Target="../tags/tag362.xml"/><Relationship Id="rId14" Type="http://schemas.openxmlformats.org/officeDocument/2006/relationships/tags" Target="../tags/tag361.xml"/><Relationship Id="rId13" Type="http://schemas.openxmlformats.org/officeDocument/2006/relationships/tags" Target="../tags/tag360.xml"/><Relationship Id="rId12" Type="http://schemas.openxmlformats.org/officeDocument/2006/relationships/tags" Target="../tags/tag359.xml"/><Relationship Id="rId11" Type="http://schemas.openxmlformats.org/officeDocument/2006/relationships/tags" Target="../tags/tag358.xml"/><Relationship Id="rId10" Type="http://schemas.openxmlformats.org/officeDocument/2006/relationships/tags" Target="../tags/tag357.xml"/><Relationship Id="rId1" Type="http://schemas.openxmlformats.org/officeDocument/2006/relationships/tags" Target="../tags/tag348.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2.xml"/><Relationship Id="rId3" Type="http://schemas.openxmlformats.org/officeDocument/2006/relationships/tags" Target="../tags/tag368.xml"/><Relationship Id="rId2" Type="http://schemas.openxmlformats.org/officeDocument/2006/relationships/tags" Target="../tags/tag367.xml"/><Relationship Id="rId1" Type="http://schemas.openxmlformats.org/officeDocument/2006/relationships/tags" Target="../tags/tag366.xml"/></Relationships>
</file>

<file path=ppt/slides/_rels/slide4.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tags" Target="../tags/tag375.xml"/><Relationship Id="rId7" Type="http://schemas.openxmlformats.org/officeDocument/2006/relationships/tags" Target="../tags/tag374.xml"/><Relationship Id="rId6" Type="http://schemas.openxmlformats.org/officeDocument/2006/relationships/tags" Target="../tags/tag373.xml"/><Relationship Id="rId5" Type="http://schemas.openxmlformats.org/officeDocument/2006/relationships/tags" Target="../tags/tag372.xml"/><Relationship Id="rId4" Type="http://schemas.openxmlformats.org/officeDocument/2006/relationships/image" Target="../media/image1.jpeg"/><Relationship Id="rId3" Type="http://schemas.openxmlformats.org/officeDocument/2006/relationships/tags" Target="../tags/tag371.xml"/><Relationship Id="rId2" Type="http://schemas.openxmlformats.org/officeDocument/2006/relationships/tags" Target="../tags/tag370.xml"/><Relationship Id="rId13" Type="http://schemas.openxmlformats.org/officeDocument/2006/relationships/slideLayout" Target="../slideLayouts/slideLayout31.xml"/><Relationship Id="rId12" Type="http://schemas.openxmlformats.org/officeDocument/2006/relationships/tags" Target="../tags/tag378.xml"/><Relationship Id="rId11" Type="http://schemas.openxmlformats.org/officeDocument/2006/relationships/tags" Target="../tags/tag377.xml"/><Relationship Id="rId10" Type="http://schemas.openxmlformats.org/officeDocument/2006/relationships/tags" Target="../tags/tag376.xml"/><Relationship Id="rId1" Type="http://schemas.openxmlformats.org/officeDocument/2006/relationships/tags" Target="../tags/tag369.xml"/></Relationships>
</file>

<file path=ppt/slides/_rels/slide5.xml.rels><?xml version="1.0" encoding="UTF-8" standalone="yes"?>
<Relationships xmlns="http://schemas.openxmlformats.org/package/2006/relationships"><Relationship Id="rId9" Type="http://schemas.openxmlformats.org/officeDocument/2006/relationships/tags" Target="../tags/tag386.xml"/><Relationship Id="rId8" Type="http://schemas.openxmlformats.org/officeDocument/2006/relationships/tags" Target="../tags/tag385.xml"/><Relationship Id="rId7" Type="http://schemas.openxmlformats.org/officeDocument/2006/relationships/tags" Target="../tags/tag384.xml"/><Relationship Id="rId6" Type="http://schemas.openxmlformats.org/officeDocument/2006/relationships/tags" Target="../tags/tag383.xml"/><Relationship Id="rId5" Type="http://schemas.openxmlformats.org/officeDocument/2006/relationships/tags" Target="../tags/tag382.xml"/><Relationship Id="rId4" Type="http://schemas.openxmlformats.org/officeDocument/2006/relationships/tags" Target="../tags/tag381.xml"/><Relationship Id="rId3" Type="http://schemas.openxmlformats.org/officeDocument/2006/relationships/image" Target="../media/image3.jpeg"/><Relationship Id="rId2" Type="http://schemas.openxmlformats.org/officeDocument/2006/relationships/tags" Target="../tags/tag380.xml"/><Relationship Id="rId14" Type="http://schemas.openxmlformats.org/officeDocument/2006/relationships/slideLayout" Target="../slideLayouts/slideLayout30.xml"/><Relationship Id="rId13" Type="http://schemas.openxmlformats.org/officeDocument/2006/relationships/tags" Target="../tags/tag390.xml"/><Relationship Id="rId12" Type="http://schemas.openxmlformats.org/officeDocument/2006/relationships/tags" Target="../tags/tag389.xml"/><Relationship Id="rId11" Type="http://schemas.openxmlformats.org/officeDocument/2006/relationships/tags" Target="../tags/tag388.xml"/><Relationship Id="rId10" Type="http://schemas.openxmlformats.org/officeDocument/2006/relationships/tags" Target="../tags/tag387.xml"/><Relationship Id="rId1" Type="http://schemas.openxmlformats.org/officeDocument/2006/relationships/tags" Target="../tags/tag379.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32.xml"/><Relationship Id="rId3" Type="http://schemas.openxmlformats.org/officeDocument/2006/relationships/tags" Target="../tags/tag393.xml"/><Relationship Id="rId2" Type="http://schemas.openxmlformats.org/officeDocument/2006/relationships/tags" Target="../tags/tag392.xml"/><Relationship Id="rId1" Type="http://schemas.openxmlformats.org/officeDocument/2006/relationships/tags" Target="../tags/tag391.xml"/></Relationships>
</file>

<file path=ppt/slides/_rels/slide7.xml.rels><?xml version="1.0" encoding="UTF-8" standalone="yes"?>
<Relationships xmlns="http://schemas.openxmlformats.org/package/2006/relationships"><Relationship Id="rId9" Type="http://schemas.openxmlformats.org/officeDocument/2006/relationships/tags" Target="../tags/tag401.xml"/><Relationship Id="rId8" Type="http://schemas.openxmlformats.org/officeDocument/2006/relationships/tags" Target="../tags/tag400.xml"/><Relationship Id="rId7" Type="http://schemas.openxmlformats.org/officeDocument/2006/relationships/tags" Target="../tags/tag399.xml"/><Relationship Id="rId6" Type="http://schemas.openxmlformats.org/officeDocument/2006/relationships/tags" Target="../tags/tag398.xml"/><Relationship Id="rId5" Type="http://schemas.openxmlformats.org/officeDocument/2006/relationships/tags" Target="../tags/tag397.xml"/><Relationship Id="rId4" Type="http://schemas.openxmlformats.org/officeDocument/2006/relationships/tags" Target="../tags/tag396.xml"/><Relationship Id="rId3" Type="http://schemas.openxmlformats.org/officeDocument/2006/relationships/image" Target="../media/image4.jpeg"/><Relationship Id="rId2" Type="http://schemas.openxmlformats.org/officeDocument/2006/relationships/tags" Target="../tags/tag395.xml"/><Relationship Id="rId11" Type="http://schemas.openxmlformats.org/officeDocument/2006/relationships/slideLayout" Target="../slideLayouts/slideLayout29.xml"/><Relationship Id="rId10" Type="http://schemas.openxmlformats.org/officeDocument/2006/relationships/tags" Target="../tags/tag402.xml"/><Relationship Id="rId1" Type="http://schemas.openxmlformats.org/officeDocument/2006/relationships/tags" Target="../tags/tag394.xml"/></Relationships>
</file>

<file path=ppt/slides/_rels/slide8.xml.rels><?xml version="1.0" encoding="UTF-8" standalone="yes"?>
<Relationships xmlns="http://schemas.openxmlformats.org/package/2006/relationships"><Relationship Id="rId9" Type="http://schemas.openxmlformats.org/officeDocument/2006/relationships/tags" Target="../tags/tag409.xml"/><Relationship Id="rId8" Type="http://schemas.openxmlformats.org/officeDocument/2006/relationships/tags" Target="../tags/tag408.xml"/><Relationship Id="rId7" Type="http://schemas.openxmlformats.org/officeDocument/2006/relationships/tags" Target="../tags/tag407.xml"/><Relationship Id="rId6" Type="http://schemas.openxmlformats.org/officeDocument/2006/relationships/tags" Target="../tags/tag406.xml"/><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tags" Target="../tags/tag405.xml"/><Relationship Id="rId2" Type="http://schemas.openxmlformats.org/officeDocument/2006/relationships/tags" Target="../tags/tag404.xml"/><Relationship Id="rId15" Type="http://schemas.openxmlformats.org/officeDocument/2006/relationships/slideLayout" Target="../slideLayouts/slideLayout28.xml"/><Relationship Id="rId14" Type="http://schemas.openxmlformats.org/officeDocument/2006/relationships/tags" Target="../tags/tag412.xml"/><Relationship Id="rId13" Type="http://schemas.openxmlformats.org/officeDocument/2006/relationships/tags" Target="../tags/tag411.xml"/><Relationship Id="rId12" Type="http://schemas.openxmlformats.org/officeDocument/2006/relationships/tags" Target="../tags/tag410.xml"/><Relationship Id="rId11" Type="http://schemas.openxmlformats.org/officeDocument/2006/relationships/image" Target="../media/image8.svg"/><Relationship Id="rId10" Type="http://schemas.openxmlformats.org/officeDocument/2006/relationships/image" Target="../media/image7.png"/><Relationship Id="rId1" Type="http://schemas.openxmlformats.org/officeDocument/2006/relationships/tags" Target="../tags/tag403.xml"/></Relationships>
</file>

<file path=ppt/slides/_rels/slide9.xml.rels><?xml version="1.0" encoding="UTF-8" standalone="yes"?>
<Relationships xmlns="http://schemas.openxmlformats.org/package/2006/relationships"><Relationship Id="rId9" Type="http://schemas.openxmlformats.org/officeDocument/2006/relationships/image" Target="../media/image10.jpeg"/><Relationship Id="rId8" Type="http://schemas.openxmlformats.org/officeDocument/2006/relationships/tags" Target="../tags/tag419.xml"/><Relationship Id="rId7" Type="http://schemas.openxmlformats.org/officeDocument/2006/relationships/tags" Target="../tags/tag418.xml"/><Relationship Id="rId6" Type="http://schemas.openxmlformats.org/officeDocument/2006/relationships/tags" Target="../tags/tag417.xml"/><Relationship Id="rId5" Type="http://schemas.openxmlformats.org/officeDocument/2006/relationships/tags" Target="../tags/tag416.xml"/><Relationship Id="rId4" Type="http://schemas.openxmlformats.org/officeDocument/2006/relationships/image" Target="../media/image9.jpeg"/><Relationship Id="rId3" Type="http://schemas.openxmlformats.org/officeDocument/2006/relationships/tags" Target="../tags/tag415.xml"/><Relationship Id="rId2" Type="http://schemas.openxmlformats.org/officeDocument/2006/relationships/tags" Target="../tags/tag414.xml"/><Relationship Id="rId13" Type="http://schemas.openxmlformats.org/officeDocument/2006/relationships/slideLayout" Target="../slideLayouts/slideLayout27.xml"/><Relationship Id="rId12" Type="http://schemas.openxmlformats.org/officeDocument/2006/relationships/tags" Target="../tags/tag422.xml"/><Relationship Id="rId11" Type="http://schemas.openxmlformats.org/officeDocument/2006/relationships/tags" Target="../tags/tag421.xml"/><Relationship Id="rId10" Type="http://schemas.openxmlformats.org/officeDocument/2006/relationships/tags" Target="../tags/tag420.xml"/><Relationship Id="rId1" Type="http://schemas.openxmlformats.org/officeDocument/2006/relationships/tags" Target="../tags/tag413.xml"/></Relationships>
</file>

<file path=ppt/slides/_rels/slide10.xml.rels><?xml version="1.0" encoding="UTF-8" standalone="yes"?>
<Relationships xmlns="http://schemas.openxmlformats.org/package/2006/relationships"><Relationship Id="rId9" Type="http://schemas.openxmlformats.org/officeDocument/2006/relationships/tags" Target="../tags/tag430.xml"/><Relationship Id="rId8" Type="http://schemas.openxmlformats.org/officeDocument/2006/relationships/tags" Target="../tags/tag429.xml"/><Relationship Id="rId7" Type="http://schemas.openxmlformats.org/officeDocument/2006/relationships/tags" Target="../tags/tag428.xml"/><Relationship Id="rId6" Type="http://schemas.openxmlformats.org/officeDocument/2006/relationships/tags" Target="../tags/tag427.xml"/><Relationship Id="rId5" Type="http://schemas.openxmlformats.org/officeDocument/2006/relationships/tags" Target="../tags/tag426.xml"/><Relationship Id="rId4" Type="http://schemas.openxmlformats.org/officeDocument/2006/relationships/tags" Target="../tags/tag425.xml"/><Relationship Id="rId3" Type="http://schemas.openxmlformats.org/officeDocument/2006/relationships/image" Target="../media/image11.jpeg"/><Relationship Id="rId2" Type="http://schemas.openxmlformats.org/officeDocument/2006/relationships/tags" Target="../tags/tag424.xml"/><Relationship Id="rId11" Type="http://schemas.openxmlformats.org/officeDocument/2006/relationships/slideLayout" Target="../slideLayouts/slideLayout26.xml"/><Relationship Id="rId10" Type="http://schemas.openxmlformats.org/officeDocument/2006/relationships/tags" Target="../tags/tag431.xml"/><Relationship Id="rId1" Type="http://schemas.openxmlformats.org/officeDocument/2006/relationships/tags" Target="../tags/tag423.xml"/></Relationships>
</file>

<file path=ppt/slides/_rels/slide11.xml.rels><?xml version="1.0" encoding="UTF-8" standalone="yes"?>
<Relationships xmlns="http://schemas.openxmlformats.org/package/2006/relationships"><Relationship Id="rId9" Type="http://schemas.openxmlformats.org/officeDocument/2006/relationships/image" Target="../media/image13.jpeg"/><Relationship Id="rId8" Type="http://schemas.openxmlformats.org/officeDocument/2006/relationships/tags" Target="../tags/tag438.xml"/><Relationship Id="rId7" Type="http://schemas.openxmlformats.org/officeDocument/2006/relationships/tags" Target="../tags/tag437.xml"/><Relationship Id="rId6" Type="http://schemas.openxmlformats.org/officeDocument/2006/relationships/tags" Target="../tags/tag436.xml"/><Relationship Id="rId5" Type="http://schemas.openxmlformats.org/officeDocument/2006/relationships/tags" Target="../tags/tag435.xml"/><Relationship Id="rId4" Type="http://schemas.openxmlformats.org/officeDocument/2006/relationships/image" Target="../media/image12.jpeg"/><Relationship Id="rId3" Type="http://schemas.openxmlformats.org/officeDocument/2006/relationships/tags" Target="../tags/tag434.xml"/><Relationship Id="rId2" Type="http://schemas.openxmlformats.org/officeDocument/2006/relationships/tags" Target="../tags/tag433.xml"/><Relationship Id="rId13" Type="http://schemas.openxmlformats.org/officeDocument/2006/relationships/slideLayout" Target="../slideLayouts/slideLayout25.xml"/><Relationship Id="rId12" Type="http://schemas.openxmlformats.org/officeDocument/2006/relationships/tags" Target="../tags/tag441.xml"/><Relationship Id="rId11" Type="http://schemas.openxmlformats.org/officeDocument/2006/relationships/tags" Target="../tags/tag440.xml"/><Relationship Id="rId10" Type="http://schemas.openxmlformats.org/officeDocument/2006/relationships/tags" Target="../tags/tag439.xml"/><Relationship Id="rId1" Type="http://schemas.openxmlformats.org/officeDocument/2006/relationships/tags" Target="../tags/tag432.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32.xml"/><Relationship Id="rId3" Type="http://schemas.openxmlformats.org/officeDocument/2006/relationships/tags" Target="../tags/tag444.xml"/><Relationship Id="rId2" Type="http://schemas.openxmlformats.org/officeDocument/2006/relationships/tags" Target="../tags/tag443.xml"/><Relationship Id="rId1" Type="http://schemas.openxmlformats.org/officeDocument/2006/relationships/tags" Target="../tags/tag442.xml"/></Relationships>
</file>

<file path=ppt/slides/_rels/slide13.xml.rels><?xml version="1.0" encoding="UTF-8" standalone="yes"?>
<Relationships xmlns="http://schemas.openxmlformats.org/package/2006/relationships"><Relationship Id="rId9" Type="http://schemas.openxmlformats.org/officeDocument/2006/relationships/tags" Target="../tags/tag452.xml"/><Relationship Id="rId8" Type="http://schemas.openxmlformats.org/officeDocument/2006/relationships/tags" Target="../tags/tag451.xml"/><Relationship Id="rId7" Type="http://schemas.openxmlformats.org/officeDocument/2006/relationships/tags" Target="../tags/tag450.xml"/><Relationship Id="rId6" Type="http://schemas.openxmlformats.org/officeDocument/2006/relationships/tags" Target="../tags/tag449.xml"/><Relationship Id="rId5" Type="http://schemas.openxmlformats.org/officeDocument/2006/relationships/tags" Target="../tags/tag448.xml"/><Relationship Id="rId4" Type="http://schemas.openxmlformats.org/officeDocument/2006/relationships/tags" Target="../tags/tag447.xml"/><Relationship Id="rId3" Type="http://schemas.openxmlformats.org/officeDocument/2006/relationships/image" Target="../media/image14.jpeg"/><Relationship Id="rId2" Type="http://schemas.openxmlformats.org/officeDocument/2006/relationships/tags" Target="../tags/tag446.xml"/><Relationship Id="rId11" Type="http://schemas.openxmlformats.org/officeDocument/2006/relationships/slideLayout" Target="../slideLayouts/slideLayout24.xml"/><Relationship Id="rId10" Type="http://schemas.openxmlformats.org/officeDocument/2006/relationships/tags" Target="../tags/tag453.xml"/><Relationship Id="rId1" Type="http://schemas.openxmlformats.org/officeDocument/2006/relationships/tags" Target="../tags/tag445.xm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tags" Target="../tags/tag460.xml"/><Relationship Id="rId7" Type="http://schemas.openxmlformats.org/officeDocument/2006/relationships/tags" Target="../tags/tag459.xml"/><Relationship Id="rId6" Type="http://schemas.openxmlformats.org/officeDocument/2006/relationships/tags" Target="../tags/tag458.xml"/><Relationship Id="rId5" Type="http://schemas.openxmlformats.org/officeDocument/2006/relationships/tags" Target="../tags/tag457.xml"/><Relationship Id="rId4" Type="http://schemas.openxmlformats.org/officeDocument/2006/relationships/tags" Target="../tags/tag456.xml"/><Relationship Id="rId3" Type="http://schemas.openxmlformats.org/officeDocument/2006/relationships/image" Target="../media/image15.jpeg"/><Relationship Id="rId2" Type="http://schemas.openxmlformats.org/officeDocument/2006/relationships/tags" Target="../tags/tag455.xml"/><Relationship Id="rId1" Type="http://schemas.openxmlformats.org/officeDocument/2006/relationships/tags" Target="../tags/tag454.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22.xml"/><Relationship Id="rId6" Type="http://schemas.openxmlformats.org/officeDocument/2006/relationships/tags" Target="../tags/tag466.xml"/><Relationship Id="rId5" Type="http://schemas.openxmlformats.org/officeDocument/2006/relationships/tags" Target="../tags/tag465.xml"/><Relationship Id="rId4" Type="http://schemas.openxmlformats.org/officeDocument/2006/relationships/tags" Target="../tags/tag464.xml"/><Relationship Id="rId3" Type="http://schemas.openxmlformats.org/officeDocument/2006/relationships/tags" Target="../tags/tag463.xml"/><Relationship Id="rId2" Type="http://schemas.openxmlformats.org/officeDocument/2006/relationships/tags" Target="../tags/tag462.xml"/><Relationship Id="rId1" Type="http://schemas.openxmlformats.org/officeDocument/2006/relationships/tags" Target="../tags/tag461.xml"/></Relationships>
</file>

<file path=ppt/slides/_rels/slide16.xml.rels><?xml version="1.0" encoding="UTF-8" standalone="yes"?>
<Relationships xmlns="http://schemas.openxmlformats.org/package/2006/relationships"><Relationship Id="rId9" Type="http://schemas.openxmlformats.org/officeDocument/2006/relationships/image" Target="../media/image19.svg"/><Relationship Id="rId8" Type="http://schemas.openxmlformats.org/officeDocument/2006/relationships/image" Target="../media/image18.png"/><Relationship Id="rId7" Type="http://schemas.openxmlformats.org/officeDocument/2006/relationships/tags" Target="../tags/tag471.xml"/><Relationship Id="rId6" Type="http://schemas.openxmlformats.org/officeDocument/2006/relationships/tags" Target="../tags/tag470.xml"/><Relationship Id="rId5" Type="http://schemas.openxmlformats.org/officeDocument/2006/relationships/tags" Target="../tags/tag469.xml"/><Relationship Id="rId4" Type="http://schemas.openxmlformats.org/officeDocument/2006/relationships/image" Target="../media/image17.svg"/><Relationship Id="rId3" Type="http://schemas.openxmlformats.org/officeDocument/2006/relationships/image" Target="../media/image16.png"/><Relationship Id="rId2" Type="http://schemas.openxmlformats.org/officeDocument/2006/relationships/tags" Target="../tags/tag468.xml"/><Relationship Id="rId13" Type="http://schemas.openxmlformats.org/officeDocument/2006/relationships/slideLayout" Target="../slideLayouts/slideLayout21.xml"/><Relationship Id="rId12" Type="http://schemas.openxmlformats.org/officeDocument/2006/relationships/tags" Target="../tags/tag474.xml"/><Relationship Id="rId11" Type="http://schemas.openxmlformats.org/officeDocument/2006/relationships/tags" Target="../tags/tag473.xml"/><Relationship Id="rId10" Type="http://schemas.openxmlformats.org/officeDocument/2006/relationships/tags" Target="../tags/tag472.xml"/><Relationship Id="rId1" Type="http://schemas.openxmlformats.org/officeDocument/2006/relationships/tags" Target="../tags/tag467.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32.xml"/><Relationship Id="rId3" Type="http://schemas.openxmlformats.org/officeDocument/2006/relationships/tags" Target="../tags/tag477.xml"/><Relationship Id="rId2" Type="http://schemas.openxmlformats.org/officeDocument/2006/relationships/tags" Target="../tags/tag476.xml"/><Relationship Id="rId1" Type="http://schemas.openxmlformats.org/officeDocument/2006/relationships/tags" Target="../tags/tag475.xml"/></Relationships>
</file>

<file path=ppt/slides/_rels/slide18.xml.rels><?xml version="1.0" encoding="UTF-8" standalone="yes"?>
<Relationships xmlns="http://schemas.openxmlformats.org/package/2006/relationships"><Relationship Id="rId9" Type="http://schemas.openxmlformats.org/officeDocument/2006/relationships/tags" Target="../tags/tag485.xml"/><Relationship Id="rId8" Type="http://schemas.openxmlformats.org/officeDocument/2006/relationships/tags" Target="../tags/tag484.xml"/><Relationship Id="rId7" Type="http://schemas.openxmlformats.org/officeDocument/2006/relationships/tags" Target="../tags/tag483.xml"/><Relationship Id="rId6" Type="http://schemas.openxmlformats.org/officeDocument/2006/relationships/tags" Target="../tags/tag482.xml"/><Relationship Id="rId5" Type="http://schemas.openxmlformats.org/officeDocument/2006/relationships/tags" Target="../tags/tag481.xml"/><Relationship Id="rId4" Type="http://schemas.openxmlformats.org/officeDocument/2006/relationships/tags" Target="../tags/tag480.xml"/><Relationship Id="rId3" Type="http://schemas.openxmlformats.org/officeDocument/2006/relationships/image" Target="../media/image20.jpeg"/><Relationship Id="rId2" Type="http://schemas.openxmlformats.org/officeDocument/2006/relationships/tags" Target="../tags/tag479.xml"/><Relationship Id="rId11" Type="http://schemas.openxmlformats.org/officeDocument/2006/relationships/slideLayout" Target="../slideLayouts/slideLayout20.xml"/><Relationship Id="rId10" Type="http://schemas.openxmlformats.org/officeDocument/2006/relationships/tags" Target="../tags/tag486.xml"/><Relationship Id="rId1" Type="http://schemas.openxmlformats.org/officeDocument/2006/relationships/tags" Target="../tags/tag478.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tags" Target="../tags/tag493.xml"/><Relationship Id="rId7" Type="http://schemas.openxmlformats.org/officeDocument/2006/relationships/tags" Target="../tags/tag492.xml"/><Relationship Id="rId6" Type="http://schemas.openxmlformats.org/officeDocument/2006/relationships/tags" Target="../tags/tag491.xml"/><Relationship Id="rId5" Type="http://schemas.openxmlformats.org/officeDocument/2006/relationships/tags" Target="../tags/tag490.xml"/><Relationship Id="rId4" Type="http://schemas.openxmlformats.org/officeDocument/2006/relationships/tags" Target="../tags/tag489.xml"/><Relationship Id="rId3" Type="http://schemas.openxmlformats.org/officeDocument/2006/relationships/image" Target="../media/image21.jpeg"/><Relationship Id="rId2" Type="http://schemas.openxmlformats.org/officeDocument/2006/relationships/tags" Target="../tags/tag488.xml"/><Relationship Id="rId1" Type="http://schemas.openxmlformats.org/officeDocument/2006/relationships/tags" Target="../tags/tag487.xml"/></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501.xml"/><Relationship Id="rId7" Type="http://schemas.openxmlformats.org/officeDocument/2006/relationships/tags" Target="../tags/tag500.xml"/><Relationship Id="rId6" Type="http://schemas.openxmlformats.org/officeDocument/2006/relationships/tags" Target="../tags/tag499.xml"/><Relationship Id="rId5" Type="http://schemas.openxmlformats.org/officeDocument/2006/relationships/tags" Target="../tags/tag498.xml"/><Relationship Id="rId4" Type="http://schemas.openxmlformats.org/officeDocument/2006/relationships/tags" Target="../tags/tag497.xml"/><Relationship Id="rId3" Type="http://schemas.openxmlformats.org/officeDocument/2006/relationships/tags" Target="../tags/tag496.xml"/><Relationship Id="rId2" Type="http://schemas.openxmlformats.org/officeDocument/2006/relationships/tags" Target="../tags/tag495.xml"/><Relationship Id="rId1" Type="http://schemas.openxmlformats.org/officeDocument/2006/relationships/tags" Target="../tags/tag494.xml"/></Relationships>
</file>

<file path=ppt/slides/_rels/slide21.xml.rels><?xml version="1.0" encoding="UTF-8" standalone="yes"?>
<Relationships xmlns="http://schemas.openxmlformats.org/package/2006/relationships"><Relationship Id="rId9" Type="http://schemas.openxmlformats.org/officeDocument/2006/relationships/image" Target="../media/image23.jpeg"/><Relationship Id="rId8" Type="http://schemas.openxmlformats.org/officeDocument/2006/relationships/tags" Target="../tags/tag508.xml"/><Relationship Id="rId7" Type="http://schemas.openxmlformats.org/officeDocument/2006/relationships/tags" Target="../tags/tag507.xml"/><Relationship Id="rId6" Type="http://schemas.openxmlformats.org/officeDocument/2006/relationships/tags" Target="../tags/tag506.xml"/><Relationship Id="rId5" Type="http://schemas.openxmlformats.org/officeDocument/2006/relationships/tags" Target="../tags/tag505.xml"/><Relationship Id="rId4" Type="http://schemas.openxmlformats.org/officeDocument/2006/relationships/image" Target="../media/image22.jpeg"/><Relationship Id="rId3" Type="http://schemas.openxmlformats.org/officeDocument/2006/relationships/tags" Target="../tags/tag504.xml"/><Relationship Id="rId2" Type="http://schemas.openxmlformats.org/officeDocument/2006/relationships/tags" Target="../tags/tag503.xml"/><Relationship Id="rId13" Type="http://schemas.openxmlformats.org/officeDocument/2006/relationships/slideLayout" Target="../slideLayouts/slideLayout17.xml"/><Relationship Id="rId12" Type="http://schemas.openxmlformats.org/officeDocument/2006/relationships/tags" Target="../tags/tag511.xml"/><Relationship Id="rId11" Type="http://schemas.openxmlformats.org/officeDocument/2006/relationships/tags" Target="../tags/tag510.xml"/><Relationship Id="rId10" Type="http://schemas.openxmlformats.org/officeDocument/2006/relationships/tags" Target="../tags/tag509.xml"/><Relationship Id="rId1" Type="http://schemas.openxmlformats.org/officeDocument/2006/relationships/tags" Target="../tags/tag502.xml"/></Relationships>
</file>

<file path=ppt/slides/_rels/slide22.xml.rels><?xml version="1.0" encoding="UTF-8" standalone="yes"?>
<Relationships xmlns="http://schemas.openxmlformats.org/package/2006/relationships"><Relationship Id="rId9" Type="http://schemas.openxmlformats.org/officeDocument/2006/relationships/tags" Target="../tags/tag519.xml"/><Relationship Id="rId8" Type="http://schemas.openxmlformats.org/officeDocument/2006/relationships/tags" Target="../tags/tag518.xml"/><Relationship Id="rId7" Type="http://schemas.openxmlformats.org/officeDocument/2006/relationships/tags" Target="../tags/tag517.xml"/><Relationship Id="rId6" Type="http://schemas.openxmlformats.org/officeDocument/2006/relationships/tags" Target="../tags/tag516.xml"/><Relationship Id="rId5" Type="http://schemas.openxmlformats.org/officeDocument/2006/relationships/tags" Target="../tags/tag515.xml"/><Relationship Id="rId4" Type="http://schemas.openxmlformats.org/officeDocument/2006/relationships/tags" Target="../tags/tag514.xml"/><Relationship Id="rId3" Type="http://schemas.openxmlformats.org/officeDocument/2006/relationships/image" Target="../media/image24.jpeg"/><Relationship Id="rId2" Type="http://schemas.openxmlformats.org/officeDocument/2006/relationships/tags" Target="../tags/tag513.xml"/><Relationship Id="rId11" Type="http://schemas.openxmlformats.org/officeDocument/2006/relationships/slideLayout" Target="../slideLayouts/slideLayout16.xml"/><Relationship Id="rId10" Type="http://schemas.openxmlformats.org/officeDocument/2006/relationships/tags" Target="../tags/tag520.xml"/><Relationship Id="rId1" Type="http://schemas.openxmlformats.org/officeDocument/2006/relationships/tags" Target="../tags/tag512.xml"/></Relationships>
</file>

<file path=ppt/slides/_rels/slide23.xml.rels><?xml version="1.0" encoding="UTF-8" standalone="yes"?>
<Relationships xmlns="http://schemas.openxmlformats.org/package/2006/relationships"><Relationship Id="rId9" Type="http://schemas.openxmlformats.org/officeDocument/2006/relationships/tags" Target="../tags/tag527.xml"/><Relationship Id="rId8" Type="http://schemas.openxmlformats.org/officeDocument/2006/relationships/tags" Target="../tags/tag526.xml"/><Relationship Id="rId7" Type="http://schemas.openxmlformats.org/officeDocument/2006/relationships/image" Target="../media/image26.jpeg"/><Relationship Id="rId6" Type="http://schemas.openxmlformats.org/officeDocument/2006/relationships/tags" Target="../tags/tag525.xml"/><Relationship Id="rId5" Type="http://schemas.openxmlformats.org/officeDocument/2006/relationships/tags" Target="../tags/tag524.xml"/><Relationship Id="rId4" Type="http://schemas.openxmlformats.org/officeDocument/2006/relationships/tags" Target="../tags/tag523.xml"/><Relationship Id="rId3" Type="http://schemas.openxmlformats.org/officeDocument/2006/relationships/image" Target="../media/image25.jpeg"/><Relationship Id="rId2" Type="http://schemas.openxmlformats.org/officeDocument/2006/relationships/tags" Target="../tags/tag522.xml"/><Relationship Id="rId11" Type="http://schemas.openxmlformats.org/officeDocument/2006/relationships/slideLayout" Target="../slideLayouts/slideLayout15.xml"/><Relationship Id="rId10" Type="http://schemas.openxmlformats.org/officeDocument/2006/relationships/tags" Target="../tags/tag528.xml"/><Relationship Id="rId1" Type="http://schemas.openxmlformats.org/officeDocument/2006/relationships/tags" Target="../tags/tag521.xml"/></Relationships>
</file>

<file path=ppt/slides/_rels/slide24.xml.rels><?xml version="1.0" encoding="UTF-8" standalone="yes"?>
<Relationships xmlns="http://schemas.openxmlformats.org/package/2006/relationships"><Relationship Id="rId9" Type="http://schemas.openxmlformats.org/officeDocument/2006/relationships/tags" Target="../tags/tag535.xml"/><Relationship Id="rId8" Type="http://schemas.openxmlformats.org/officeDocument/2006/relationships/tags" Target="../tags/tag534.xml"/><Relationship Id="rId7" Type="http://schemas.openxmlformats.org/officeDocument/2006/relationships/tags" Target="../tags/tag533.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tags" Target="../tags/tag532.xml"/><Relationship Id="rId3" Type="http://schemas.openxmlformats.org/officeDocument/2006/relationships/tags" Target="../tags/tag531.xml"/><Relationship Id="rId2" Type="http://schemas.openxmlformats.org/officeDocument/2006/relationships/tags" Target="../tags/tag530.xml"/><Relationship Id="rId17" Type="http://schemas.openxmlformats.org/officeDocument/2006/relationships/slideLayout" Target="../slideLayouts/slideLayout14.xml"/><Relationship Id="rId16" Type="http://schemas.openxmlformats.org/officeDocument/2006/relationships/tags" Target="../tags/tag540.xml"/><Relationship Id="rId15" Type="http://schemas.openxmlformats.org/officeDocument/2006/relationships/tags" Target="../tags/tag539.xml"/><Relationship Id="rId14" Type="http://schemas.openxmlformats.org/officeDocument/2006/relationships/tags" Target="../tags/tag538.xml"/><Relationship Id="rId13" Type="http://schemas.openxmlformats.org/officeDocument/2006/relationships/image" Target="../media/image19.svg"/><Relationship Id="rId12" Type="http://schemas.openxmlformats.org/officeDocument/2006/relationships/image" Target="../media/image18.png"/><Relationship Id="rId11" Type="http://schemas.openxmlformats.org/officeDocument/2006/relationships/tags" Target="../tags/tag537.xml"/><Relationship Id="rId10" Type="http://schemas.openxmlformats.org/officeDocument/2006/relationships/tags" Target="../tags/tag536.xml"/><Relationship Id="rId1" Type="http://schemas.openxmlformats.org/officeDocument/2006/relationships/tags" Target="../tags/tag529.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32.xml"/><Relationship Id="rId3" Type="http://schemas.openxmlformats.org/officeDocument/2006/relationships/tags" Target="../tags/tag543.xml"/><Relationship Id="rId2" Type="http://schemas.openxmlformats.org/officeDocument/2006/relationships/tags" Target="../tags/tag542.xml"/><Relationship Id="rId1" Type="http://schemas.openxmlformats.org/officeDocument/2006/relationships/tags" Target="../tags/tag541.xml"/></Relationships>
</file>

<file path=ppt/slides/_rels/slide26.xml.rels><?xml version="1.0" encoding="UTF-8" standalone="yes"?>
<Relationships xmlns="http://schemas.openxmlformats.org/package/2006/relationships"><Relationship Id="rId9" Type="http://schemas.openxmlformats.org/officeDocument/2006/relationships/tags" Target="../tags/tag550.xml"/><Relationship Id="rId8" Type="http://schemas.openxmlformats.org/officeDocument/2006/relationships/tags" Target="../tags/tag549.xml"/><Relationship Id="rId7" Type="http://schemas.openxmlformats.org/officeDocument/2006/relationships/image" Target="../media/image28.png"/><Relationship Id="rId6" Type="http://schemas.openxmlformats.org/officeDocument/2006/relationships/tags" Target="../tags/tag548.xml"/><Relationship Id="rId5" Type="http://schemas.openxmlformats.org/officeDocument/2006/relationships/tags" Target="../tags/tag547.xml"/><Relationship Id="rId4" Type="http://schemas.openxmlformats.org/officeDocument/2006/relationships/tags" Target="../tags/tag546.xml"/><Relationship Id="rId3" Type="http://schemas.openxmlformats.org/officeDocument/2006/relationships/image" Target="../media/image27.jpeg"/><Relationship Id="rId2" Type="http://schemas.openxmlformats.org/officeDocument/2006/relationships/tags" Target="../tags/tag545.xml"/><Relationship Id="rId11" Type="http://schemas.openxmlformats.org/officeDocument/2006/relationships/slideLayout" Target="../slideLayouts/slideLayout13.xml"/><Relationship Id="rId10" Type="http://schemas.openxmlformats.org/officeDocument/2006/relationships/tags" Target="../tags/tag551.xml"/><Relationship Id="rId1" Type="http://schemas.openxmlformats.org/officeDocument/2006/relationships/tags" Target="../tags/tag544.xml"/></Relationships>
</file>

<file path=ppt/slides/_rels/slide27.xml.rels><?xml version="1.0" encoding="UTF-8" standalone="yes"?>
<Relationships xmlns="http://schemas.openxmlformats.org/package/2006/relationships"><Relationship Id="rId9" Type="http://schemas.openxmlformats.org/officeDocument/2006/relationships/image" Target="../media/image30.jpeg"/><Relationship Id="rId8" Type="http://schemas.openxmlformats.org/officeDocument/2006/relationships/tags" Target="../tags/tag558.xml"/><Relationship Id="rId7" Type="http://schemas.openxmlformats.org/officeDocument/2006/relationships/tags" Target="../tags/tag557.xml"/><Relationship Id="rId6" Type="http://schemas.openxmlformats.org/officeDocument/2006/relationships/tags" Target="../tags/tag556.xml"/><Relationship Id="rId5" Type="http://schemas.openxmlformats.org/officeDocument/2006/relationships/tags" Target="../tags/tag555.xml"/><Relationship Id="rId4" Type="http://schemas.openxmlformats.org/officeDocument/2006/relationships/image" Target="../media/image29.jpeg"/><Relationship Id="rId3" Type="http://schemas.openxmlformats.org/officeDocument/2006/relationships/tags" Target="../tags/tag554.xml"/><Relationship Id="rId2" Type="http://schemas.openxmlformats.org/officeDocument/2006/relationships/tags" Target="../tags/tag553.xml"/><Relationship Id="rId13" Type="http://schemas.openxmlformats.org/officeDocument/2006/relationships/slideLayout" Target="../slideLayouts/slideLayout12.xml"/><Relationship Id="rId12" Type="http://schemas.openxmlformats.org/officeDocument/2006/relationships/tags" Target="../tags/tag561.xml"/><Relationship Id="rId11" Type="http://schemas.openxmlformats.org/officeDocument/2006/relationships/tags" Target="../tags/tag560.xml"/><Relationship Id="rId10" Type="http://schemas.openxmlformats.org/officeDocument/2006/relationships/tags" Target="../tags/tag559.xml"/><Relationship Id="rId1" Type="http://schemas.openxmlformats.org/officeDocument/2006/relationships/tags" Target="../tags/tag552.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564.xml"/><Relationship Id="rId2" Type="http://schemas.openxmlformats.org/officeDocument/2006/relationships/tags" Target="../tags/tag563.xml"/><Relationship Id="rId1" Type="http://schemas.openxmlformats.org/officeDocument/2006/relationships/tags" Target="../tags/tag5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ph type="ctrTitle" idx="16388"/>
            <p:custDataLst>
              <p:tags r:id="rId1"/>
            </p:custDataLst>
          </p:nvPr>
        </p:nvSpPr>
        <p:spPr/>
        <p:txBody>
          <a:bodyPr/>
          <a:p>
            <a:r>
              <a:rPr lang="zh-CN" altLang="en-US"/>
              <a:t>Prompting in AI Applications</a:t>
            </a:r>
            <a:endParaRPr lang="zh-CN" altLang="en-US"/>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1"/>
          <p:cNvSpPr>
            <a:spLocks noGrp="1"/>
          </p:cNvSpPr>
          <p:nvPr>
            <p:ph type="subTitle" idx="16386"/>
            <p:custDataLst>
              <p:tags r:id="rId1"/>
            </p:custDataLst>
          </p:nvPr>
        </p:nvSpPr>
        <p:spPr/>
        <p:txBody>
          <a:bodyPr/>
          <a:p>
            <a:r>
              <a:rPr lang="zh-CN" altLang="en-US"/>
              <a:t>CONTENTS</a:t>
            </a:r>
            <a:endParaRPr lang="zh-CN" altLang="en-US"/>
          </a:p>
        </p:txBody>
      </p:sp>
      <p:sp>
        <p:nvSpPr>
          <p:cNvPr id="3" name="标题 2"/>
          <p:cNvSpPr>
            <a:spLocks noGrp="1"/>
          </p:cNvSpPr>
          <p:nvPr>
            <p:ph type="ctrTitle" idx="16385"/>
            <p:custDataLst>
              <p:tags r:id="rId2"/>
            </p:custDataLst>
          </p:nvPr>
        </p:nvSpPr>
        <p:spPr/>
        <p:txBody>
          <a:bodyPr>
            <a:normAutofit fontScale="90000"/>
          </a:bodyPr>
          <a:p>
            <a:r>
              <a:rPr lang="zh-CN" altLang="en-US"/>
              <a:t>Catalog</a:t>
            </a:r>
            <a:endParaRPr lang="zh-CN" altLang="en-US"/>
          </a:p>
        </p:txBody>
      </p:sp>
      <p:sp>
        <p:nvSpPr>
          <p:cNvPr id="4" name="文本占位符 3"/>
          <p:cNvSpPr>
            <a:spLocks noGrp="1"/>
          </p:cNvSpPr>
          <p:nvPr>
            <p:ph type="body" idx="16388"/>
            <p:custDataLst>
              <p:tags r:id="rId3"/>
            </p:custDataLst>
          </p:nvPr>
        </p:nvSpPr>
        <p:spPr/>
        <p:txBody>
          <a:bodyPr/>
          <a:p>
            <a:r>
              <a:rPr lang="zh-CN" altLang="en-US"/>
              <a:t>01</a:t>
            </a:r>
            <a:endParaRPr lang="zh-CN" altLang="en-US"/>
          </a:p>
        </p:txBody>
      </p:sp>
      <p:sp>
        <p:nvSpPr>
          <p:cNvPr id="5" name="装饰  3"/>
          <p:cNvSpPr>
            <a:spLocks noGrp="1"/>
          </p:cNvSpPr>
          <p:nvPr>
            <p:ph type="body" idx="16397"/>
            <p:custDataLst>
              <p:tags r:id="rId4"/>
            </p:custDataLst>
          </p:nvPr>
        </p:nvSpPr>
        <p:spPr/>
        <p:txBody>
          <a:bodyPr/>
          <a:p>
            <a:r>
              <a:rPr lang="zh-CN" altLang="en-US"/>
              <a:t> </a:t>
            </a:r>
            <a:endParaRPr lang="zh-CN" altLang="en-US"/>
          </a:p>
        </p:txBody>
      </p:sp>
      <p:sp>
        <p:nvSpPr>
          <p:cNvPr id="6" name="文本占位符 5"/>
          <p:cNvSpPr>
            <a:spLocks noGrp="1"/>
          </p:cNvSpPr>
          <p:nvPr>
            <p:ph type="body" idx="16387"/>
            <p:custDataLst>
              <p:tags r:id="rId5"/>
            </p:custDataLst>
          </p:nvPr>
        </p:nvSpPr>
        <p:spPr/>
        <p:txBody>
          <a:bodyPr/>
          <a:p>
            <a:r>
              <a:rPr lang="zh-CN" altLang="en-US" sz="1700"/>
              <a:t>Introduction to Prompting</a:t>
            </a:r>
            <a:endParaRPr lang="zh-CN" altLang="en-US" sz="1700"/>
          </a:p>
        </p:txBody>
      </p:sp>
      <p:sp>
        <p:nvSpPr>
          <p:cNvPr id="7" name="文本占位符 6"/>
          <p:cNvSpPr>
            <a:spLocks noGrp="1"/>
          </p:cNvSpPr>
          <p:nvPr>
            <p:ph type="body" idx="16390"/>
            <p:custDataLst>
              <p:tags r:id="rId6"/>
            </p:custDataLst>
          </p:nvPr>
        </p:nvSpPr>
        <p:spPr/>
        <p:txBody>
          <a:bodyPr/>
          <a:p>
            <a:r>
              <a:rPr lang="zh-CN" altLang="en-US"/>
              <a:t>02</a:t>
            </a:r>
            <a:endParaRPr lang="zh-CN" altLang="en-US"/>
          </a:p>
        </p:txBody>
      </p:sp>
      <p:sp>
        <p:nvSpPr>
          <p:cNvPr id="8" name="装饰  6"/>
          <p:cNvSpPr>
            <a:spLocks noGrp="1"/>
          </p:cNvSpPr>
          <p:nvPr>
            <p:ph type="body" idx="16398"/>
            <p:custDataLst>
              <p:tags r:id="rId7"/>
            </p:custDataLst>
          </p:nvPr>
        </p:nvSpPr>
        <p:spPr/>
        <p:txBody>
          <a:bodyPr/>
          <a:p>
            <a:r>
              <a:rPr lang="zh-CN" altLang="en-US"/>
              <a:t> </a:t>
            </a:r>
            <a:endParaRPr lang="zh-CN" altLang="en-US"/>
          </a:p>
        </p:txBody>
      </p:sp>
      <p:sp>
        <p:nvSpPr>
          <p:cNvPr id="9" name="文本占位符 8"/>
          <p:cNvSpPr>
            <a:spLocks noGrp="1"/>
          </p:cNvSpPr>
          <p:nvPr>
            <p:ph type="body" idx="16389"/>
            <p:custDataLst>
              <p:tags r:id="rId8"/>
            </p:custDataLst>
          </p:nvPr>
        </p:nvSpPr>
        <p:spPr/>
        <p:txBody>
          <a:bodyPr/>
          <a:p>
            <a:r>
              <a:rPr lang="zh-CN" altLang="en-US" sz="1700"/>
              <a:t>Five-Step Prompt Design</a:t>
            </a:r>
            <a:endParaRPr lang="zh-CN" altLang="en-US" sz="1700"/>
          </a:p>
        </p:txBody>
      </p:sp>
      <p:sp>
        <p:nvSpPr>
          <p:cNvPr id="10" name="文本占位符 9"/>
          <p:cNvSpPr>
            <a:spLocks noGrp="1"/>
          </p:cNvSpPr>
          <p:nvPr>
            <p:ph type="body" idx="16392"/>
            <p:custDataLst>
              <p:tags r:id="rId9"/>
            </p:custDataLst>
          </p:nvPr>
        </p:nvSpPr>
        <p:spPr/>
        <p:txBody>
          <a:bodyPr/>
          <a:p>
            <a:r>
              <a:rPr lang="zh-CN" altLang="en-US"/>
              <a:t>03</a:t>
            </a:r>
            <a:endParaRPr lang="zh-CN" altLang="en-US"/>
          </a:p>
        </p:txBody>
      </p:sp>
      <p:sp>
        <p:nvSpPr>
          <p:cNvPr id="11" name="装饰  9"/>
          <p:cNvSpPr>
            <a:spLocks noGrp="1"/>
          </p:cNvSpPr>
          <p:nvPr>
            <p:ph type="body" idx="16399"/>
            <p:custDataLst>
              <p:tags r:id="rId10"/>
            </p:custDataLst>
          </p:nvPr>
        </p:nvSpPr>
        <p:spPr/>
        <p:txBody>
          <a:bodyPr/>
          <a:p>
            <a:r>
              <a:rPr lang="zh-CN" altLang="en-US"/>
              <a:t> </a:t>
            </a:r>
            <a:endParaRPr lang="zh-CN" altLang="en-US"/>
          </a:p>
        </p:txBody>
      </p:sp>
      <p:sp>
        <p:nvSpPr>
          <p:cNvPr id="12" name="文本占位符 11"/>
          <p:cNvSpPr>
            <a:spLocks noGrp="1"/>
          </p:cNvSpPr>
          <p:nvPr>
            <p:ph type="body" idx="16391"/>
            <p:custDataLst>
              <p:tags r:id="rId11"/>
            </p:custDataLst>
          </p:nvPr>
        </p:nvSpPr>
        <p:spPr/>
        <p:txBody>
          <a:bodyPr>
            <a:normAutofit/>
          </a:bodyPr>
          <a:p>
            <a:r>
              <a:rPr lang="zh-CN" altLang="en-US" sz="1700"/>
              <a:t>Advanced Iteration Strategies</a:t>
            </a:r>
            <a:endParaRPr lang="zh-CN" altLang="en-US" sz="1700"/>
          </a:p>
        </p:txBody>
      </p:sp>
      <p:sp>
        <p:nvSpPr>
          <p:cNvPr id="13" name="文本占位符 12"/>
          <p:cNvSpPr>
            <a:spLocks noGrp="1"/>
          </p:cNvSpPr>
          <p:nvPr>
            <p:ph type="body" idx="16394"/>
            <p:custDataLst>
              <p:tags r:id="rId12"/>
            </p:custDataLst>
          </p:nvPr>
        </p:nvSpPr>
        <p:spPr/>
        <p:txBody>
          <a:bodyPr/>
          <a:p>
            <a:r>
              <a:rPr lang="zh-CN" altLang="en-US"/>
              <a:t>04</a:t>
            </a:r>
            <a:endParaRPr lang="zh-CN" altLang="en-US"/>
          </a:p>
        </p:txBody>
      </p:sp>
      <p:sp>
        <p:nvSpPr>
          <p:cNvPr id="14" name="装饰  2"/>
          <p:cNvSpPr>
            <a:spLocks noGrp="1"/>
          </p:cNvSpPr>
          <p:nvPr>
            <p:ph type="body" idx="16400"/>
            <p:custDataLst>
              <p:tags r:id="rId13"/>
            </p:custDataLst>
          </p:nvPr>
        </p:nvSpPr>
        <p:spPr/>
        <p:txBody>
          <a:bodyPr/>
          <a:p>
            <a:r>
              <a:rPr lang="zh-CN" altLang="en-US"/>
              <a:t> </a:t>
            </a:r>
            <a:endParaRPr lang="zh-CN" altLang="en-US"/>
          </a:p>
        </p:txBody>
      </p:sp>
      <p:sp>
        <p:nvSpPr>
          <p:cNvPr id="15" name="文本占位符 14"/>
          <p:cNvSpPr>
            <a:spLocks noGrp="1"/>
          </p:cNvSpPr>
          <p:nvPr>
            <p:ph type="body" idx="16393"/>
            <p:custDataLst>
              <p:tags r:id="rId14"/>
            </p:custDataLst>
          </p:nvPr>
        </p:nvSpPr>
        <p:spPr/>
        <p:txBody>
          <a:bodyPr>
            <a:normAutofit fontScale="70000"/>
          </a:bodyPr>
          <a:p>
            <a:r>
              <a:rPr lang="zh-CN" altLang="en-US"/>
              <a:t>Advanced Techniques &amp; AI Agents</a:t>
            </a:r>
            <a:endParaRPr lang="zh-CN" altLang="en-US"/>
          </a:p>
        </p:txBody>
      </p:sp>
      <p:sp>
        <p:nvSpPr>
          <p:cNvPr id="16" name="文本占位符 15"/>
          <p:cNvSpPr>
            <a:spLocks noGrp="1"/>
          </p:cNvSpPr>
          <p:nvPr>
            <p:ph type="body" idx="16396"/>
            <p:custDataLst>
              <p:tags r:id="rId15"/>
            </p:custDataLst>
          </p:nvPr>
        </p:nvSpPr>
        <p:spPr/>
        <p:txBody>
          <a:bodyPr/>
          <a:p>
            <a:r>
              <a:rPr lang="zh-CN" altLang="en-US"/>
              <a:t>05</a:t>
            </a:r>
            <a:endParaRPr lang="zh-CN" altLang="en-US"/>
          </a:p>
        </p:txBody>
      </p:sp>
      <p:sp>
        <p:nvSpPr>
          <p:cNvPr id="17" name="装饰  5"/>
          <p:cNvSpPr>
            <a:spLocks noGrp="1"/>
          </p:cNvSpPr>
          <p:nvPr>
            <p:ph type="body" idx="16401"/>
            <p:custDataLst>
              <p:tags r:id="rId16"/>
            </p:custDataLst>
          </p:nvPr>
        </p:nvSpPr>
        <p:spPr/>
        <p:txBody>
          <a:bodyPr/>
          <a:p>
            <a:r>
              <a:rPr lang="zh-CN" altLang="en-US"/>
              <a:t> </a:t>
            </a:r>
            <a:endParaRPr lang="zh-CN" altLang="en-US"/>
          </a:p>
        </p:txBody>
      </p:sp>
      <p:sp>
        <p:nvSpPr>
          <p:cNvPr id="18" name="文本占位符 17"/>
          <p:cNvSpPr>
            <a:spLocks noGrp="1"/>
          </p:cNvSpPr>
          <p:nvPr>
            <p:ph type="body" idx="16395"/>
            <p:custDataLst>
              <p:tags r:id="rId17"/>
            </p:custDataLst>
          </p:nvPr>
        </p:nvSpPr>
        <p:spPr/>
        <p:txBody>
          <a:bodyPr/>
          <a:p>
            <a:r>
              <a:rPr lang="zh-CN" altLang="en-US" sz="1700"/>
              <a:t>Responsible AI Practices</a:t>
            </a:r>
            <a:endParaRPr lang="zh-CN" altLang="en-US" sz="1700"/>
          </a:p>
        </p:txBody>
      </p:sp>
    </p:spTree>
    <p:custDataLst>
      <p:tags r:id="rId1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6388"/>
            <p:custDataLst>
              <p:tags r:id="rId1"/>
            </p:custDataLst>
          </p:nvPr>
        </p:nvSpPr>
        <p:spPr/>
        <p:txBody>
          <a:bodyPr/>
          <a:p>
            <a:r>
              <a:rPr lang="zh-CN" altLang="en-US"/>
              <a:t>Introduction to Prompting</a:t>
            </a:r>
            <a:endParaRPr lang="zh-CN" altLang="en-US"/>
          </a:p>
        </p:txBody>
      </p:sp>
      <p:sp>
        <p:nvSpPr>
          <p:cNvPr id="3" name="节编号 3"/>
          <p:cNvSpPr>
            <a:spLocks noGrp="1"/>
          </p:cNvSpPr>
          <p:nvPr>
            <p:ph type="body" sz="quarter" idx="16389"/>
            <p:custDataLst>
              <p:tags r:id="rId2"/>
            </p:custDataLst>
          </p:nvPr>
        </p:nvSpPr>
        <p:spPr/>
        <p:txBody>
          <a:bodyPr/>
          <a:p>
            <a:r>
              <a:rPr lang="zh-CN" altLang="en-US"/>
              <a:t>01</a:t>
            </a:r>
            <a:endParaRPr lang="zh-CN"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Prompt Engineering Importance</a:t>
            </a:r>
            <a:endParaRPr lang="zh-CN" altLang="en-US"/>
          </a:p>
        </p:txBody>
      </p:sp>
      <p:sp>
        <p:nvSpPr>
          <p:cNvPr id="3" name="装饰  1"/>
          <p:cNvSpPr>
            <a:spLocks noGrp="1"/>
          </p:cNvSpPr>
          <p:nvPr>
            <p:ph type="body" idx="16390"/>
            <p:custDataLst>
              <p:tags r:id="rId2"/>
            </p:custDataLst>
          </p:nvPr>
        </p:nvSpPr>
        <p:spPr/>
        <p:txBody>
          <a:bodyPr/>
          <a:p>
            <a:r>
              <a:rPr lang="zh-CN" altLang="en-US"/>
              <a:t> </a:t>
            </a:r>
            <a:endParaRPr lang="zh-CN" altLang="en-US"/>
          </a:p>
        </p:txBody>
      </p:sp>
      <p:pic>
        <p:nvPicPr>
          <p:cNvPr id="4" name="图片占位符 3" descr="f3b350ea-c0f6-11f0-b858-6eea7551a82e"/>
          <p:cNvPicPr>
            <a:picLocks noChangeAspect="1"/>
          </p:cNvPicPr>
          <p:nvPr>
            <p:ph type="pic" idx="16391"/>
            <p:custDataLst>
              <p:tags r:id="rId3"/>
            </p:custDataLst>
          </p:nvPr>
        </p:nvPicPr>
        <p:blipFill>
          <a:blip r:embed="rId4"/>
          <a:srcRect t="3500" b="3500"/>
          <a:stretch>
            <a:fillRect/>
          </a:stretch>
        </p:blipFill>
        <p:spPr>
          <a:xfrm>
            <a:off x="9042400" y="1524000"/>
            <a:ext cx="2540000" cy="2209800"/>
          </a:xfrm>
          <a:custGeom>
            <a:avLst/>
            <a:gdLst>
              <a:gd name="connisteX0" fmla="*/ 0 w 2540000"/>
              <a:gd name="connsiteY0" fmla="*/ 0 h 2209800"/>
              <a:gd name="connisteX1" fmla="*/ 2336800 w 2540000"/>
              <a:gd name="connsiteY1" fmla="*/ 0 h 2209800"/>
              <a:gd name="connisteX2" fmla="*/ 2540000 w 2540000"/>
              <a:gd name="connsiteY2" fmla="*/ 203200 h 2209800"/>
              <a:gd name="connisteX3" fmla="*/ 2540000 w 2540000"/>
              <a:gd name="connsiteY3" fmla="*/ 2006600 h 2209800"/>
              <a:gd name="connisteX4" fmla="*/ 2336800 w 2540000"/>
              <a:gd name="connsiteY4" fmla="*/ 2209800 h 2209800"/>
              <a:gd name="connisteX5" fmla="*/ 0 w 2540000"/>
              <a:gd name="connsiteY5" fmla="*/ 2209800 h 2209800"/>
              <a:gd name="connisteX6" fmla="*/ 0 w 254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0"/>
                </a:moveTo>
                <a:lnTo>
                  <a:pt x="2336800" y="0"/>
                </a:lnTo>
                <a:cubicBezTo>
                  <a:pt x="2449024" y="0"/>
                  <a:pt x="2540000" y="90976"/>
                  <a:pt x="2540000" y="203200"/>
                </a:cubicBezTo>
                <a:lnTo>
                  <a:pt x="2540000" y="2006600"/>
                </a:lnTo>
                <a:cubicBezTo>
                  <a:pt x="2540000" y="2118824"/>
                  <a:pt x="2449024" y="2209800"/>
                  <a:pt x="2336800" y="2209800"/>
                </a:cubicBezTo>
                <a:lnTo>
                  <a:pt x="0" y="2209800"/>
                </a:lnTo>
                <a:lnTo>
                  <a:pt x="0" y="0"/>
                </a:lnTo>
                <a:close/>
              </a:path>
            </a:pathLst>
          </a:custGeom>
        </p:spPr>
      </p:pic>
      <p:sp>
        <p:nvSpPr>
          <p:cNvPr id="5" name="文本占位符 4"/>
          <p:cNvSpPr>
            <a:spLocks noGrp="1"/>
          </p:cNvSpPr>
          <p:nvPr>
            <p:ph type="body" idx="16386"/>
            <p:custDataLst>
              <p:tags r:id="rId5"/>
            </p:custDataLst>
          </p:nvPr>
        </p:nvSpPr>
        <p:spPr/>
        <p:txBody>
          <a:bodyPr/>
          <a:p>
            <a:r>
              <a:rPr lang="zh-CN" altLang="en-US"/>
              <a:t>Core Competency for AI Success</a:t>
            </a:r>
            <a:endParaRPr lang="zh-CN" altLang="en-US"/>
          </a:p>
        </p:txBody>
      </p:sp>
      <p:sp>
        <p:nvSpPr>
          <p:cNvPr id="6" name="文本占位符 5"/>
          <p:cNvSpPr>
            <a:spLocks noGrp="1"/>
          </p:cNvSpPr>
          <p:nvPr>
            <p:ph type="body" idx="16387"/>
            <p:custDataLst>
              <p:tags r:id="rId6"/>
            </p:custDataLst>
          </p:nvPr>
        </p:nvSpPr>
        <p:spPr/>
        <p:txBody>
          <a:bodyPr/>
          <a:p>
            <a:r>
              <a:rPr lang="zh-CN" altLang="en-US"/>
              <a:t>Prompt engineering is the key to achieving success in AI applications, as it allows for effective communication with AI models.</a:t>
            </a:r>
            <a:endParaRPr lang="zh-CN" altLang="en-US"/>
          </a:p>
        </p:txBody>
      </p:sp>
      <p:sp>
        <p:nvSpPr>
          <p:cNvPr id="7" name="装饰  5"/>
          <p:cNvSpPr>
            <a:spLocks noGrp="1"/>
          </p:cNvSpPr>
          <p:nvPr>
            <p:ph type="body" idx="16392"/>
            <p:custDataLst>
              <p:tags r:id="rId7"/>
            </p:custDataLst>
          </p:nvPr>
        </p:nvSpPr>
        <p:spPr/>
        <p:txBody>
          <a:bodyPr/>
          <a:p>
            <a:r>
              <a:rPr lang="zh-CN" altLang="en-US"/>
              <a:t> </a:t>
            </a:r>
            <a:endParaRPr lang="zh-CN" altLang="en-US"/>
          </a:p>
        </p:txBody>
      </p:sp>
      <p:pic>
        <p:nvPicPr>
          <p:cNvPr id="8" name="图片占位符 7" descr="f3b35001-c0f6-11f0-b858-6eea7551a82e"/>
          <p:cNvPicPr>
            <a:picLocks noChangeAspect="1"/>
          </p:cNvPicPr>
          <p:nvPr>
            <p:ph type="pic" idx="16393"/>
            <p:custDataLst>
              <p:tags r:id="rId8"/>
            </p:custDataLst>
          </p:nvPr>
        </p:nvPicPr>
        <p:blipFill>
          <a:blip r:embed="rId9"/>
          <a:srcRect t="3500" b="3500"/>
          <a:stretch>
            <a:fillRect/>
          </a:stretch>
        </p:blipFill>
        <p:spPr>
          <a:xfrm>
            <a:off x="609600" y="40386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p:spPr>
      </p:pic>
      <p:sp>
        <p:nvSpPr>
          <p:cNvPr id="9" name="文本占位符 8"/>
          <p:cNvSpPr>
            <a:spLocks noGrp="1"/>
          </p:cNvSpPr>
          <p:nvPr>
            <p:ph type="body" idx="16388"/>
            <p:custDataLst>
              <p:tags r:id="rId10"/>
            </p:custDataLst>
          </p:nvPr>
        </p:nvSpPr>
        <p:spPr/>
        <p:txBody>
          <a:bodyPr/>
          <a:p>
            <a:r>
              <a:rPr lang="zh-CN" altLang="en-US"/>
              <a:t>Define the Goal</a:t>
            </a:r>
            <a:endParaRPr lang="zh-CN" altLang="en-US"/>
          </a:p>
        </p:txBody>
      </p:sp>
      <p:sp>
        <p:nvSpPr>
          <p:cNvPr id="10" name="文本占位符 9"/>
          <p:cNvSpPr>
            <a:spLocks noGrp="1"/>
          </p:cNvSpPr>
          <p:nvPr>
            <p:ph type="body" idx="16389"/>
            <p:custDataLst>
              <p:tags r:id="rId11"/>
            </p:custDataLst>
          </p:nvPr>
        </p:nvSpPr>
        <p:spPr/>
        <p:txBody>
          <a:bodyPr/>
          <a:p>
            <a:r>
              <a:rPr lang="zh-CN" altLang="en-US"/>
              <a:t>The first step in prompt engineering is to clearly define the goal of the task, which helps in guiding the AI model towards the desired outcome.</a:t>
            </a:r>
            <a:endParaRPr lang="zh-CN" altLang="en-US"/>
          </a:p>
        </p:txBody>
      </p:sp>
    </p:spTree>
    <p:custDataLst>
      <p:tags r:id="rId1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Core Competency for AI Success</a:t>
            </a:r>
            <a:endParaRPr lang="zh-CN" altLang="en-US"/>
          </a:p>
        </p:txBody>
      </p:sp>
      <p:pic>
        <p:nvPicPr>
          <p:cNvPr id="3" name="内容占位符 2" descr="f2b66688-c0f6-11f0-982b-1e494b851bb2"/>
          <p:cNvPicPr>
            <a:picLocks noChangeAspect="1"/>
          </p:cNvPicPr>
          <p:nvPr>
            <p:ph idx="16392"/>
            <p:custDataLst>
              <p:tags r:id="rId2"/>
            </p:custDataLst>
          </p:nvPr>
        </p:nvPicPr>
        <p:blipFill>
          <a:blip r:embed="rId3"/>
          <a:srcRect l="679" r="679"/>
          <a:stretch>
            <a:fillRect/>
          </a:stretch>
        </p:blipFill>
        <p:spPr>
          <a:xfrm>
            <a:off x="8610600" y="0"/>
            <a:ext cx="3581400" cy="6858000"/>
          </a:xfrm>
          <a:custGeom>
            <a:avLst/>
            <a:gdLst>
              <a:gd name="connisteX0" fmla="*/ 0 w 3581400"/>
              <a:gd name="connsiteY0" fmla="*/ 0 h 6858000"/>
              <a:gd name="connisteX1" fmla="*/ 3581400 w 3581400"/>
              <a:gd name="connsiteY1" fmla="*/ 0 h 6858000"/>
              <a:gd name="connisteX2" fmla="*/ 3581400 w 3581400"/>
              <a:gd name="connsiteY2" fmla="*/ 6858000 h 6858000"/>
              <a:gd name="connisteX3" fmla="*/ 0 w 3581400"/>
              <a:gd name="connsiteY3" fmla="*/ 6858000 h 6858000"/>
              <a:gd name="connisteX4" fmla="*/ 0 w 35814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pathLst>
              <a:path w="3581400" h="6858000">
                <a:moveTo>
                  <a:pt x="0" y="0"/>
                </a:moveTo>
                <a:lnTo>
                  <a:pt x="3581400" y="0"/>
                </a:lnTo>
                <a:lnTo>
                  <a:pt x="3581400" y="6858000"/>
                </a:lnTo>
                <a:lnTo>
                  <a:pt x="0" y="6858000"/>
                </a:lnTo>
                <a:lnTo>
                  <a:pt x="0" y="0"/>
                </a:lnTo>
                <a:close/>
              </a:path>
            </a:pathLst>
          </a:custGeom>
        </p:spPr>
      </p:pic>
      <p:sp>
        <p:nvSpPr>
          <p:cNvPr id="4" name="装饰  2"/>
          <p:cNvSpPr>
            <a:spLocks noGrp="1"/>
          </p:cNvSpPr>
          <p:nvPr>
            <p:ph type="body" idx="16393"/>
            <p:custDataLst>
              <p:tags r:id="rId4"/>
            </p:custDataLst>
          </p:nvPr>
        </p:nvSpPr>
        <p:spPr/>
        <p:txBody>
          <a:bodyPr/>
          <a:p>
            <a:r>
              <a:rPr lang="zh-CN" altLang="en-US"/>
              <a:t> </a:t>
            </a:r>
            <a:endParaRPr lang="zh-CN" altLang="en-US"/>
          </a:p>
        </p:txBody>
      </p:sp>
      <p:sp>
        <p:nvSpPr>
          <p:cNvPr id="5" name="文本占位符 4"/>
          <p:cNvSpPr>
            <a:spLocks noGrp="1"/>
          </p:cNvSpPr>
          <p:nvPr>
            <p:ph type="body" idx="16386"/>
            <p:custDataLst>
              <p:tags r:id="rId5"/>
            </p:custDataLst>
          </p:nvPr>
        </p:nvSpPr>
        <p:spPr/>
        <p:txBody>
          <a:bodyPr/>
          <a:p>
            <a:r>
              <a:rPr lang="zh-CN" altLang="en-US"/>
              <a:t>Provide Maximum Scenario and Data Details</a:t>
            </a:r>
            <a:endParaRPr lang="zh-CN" altLang="en-US"/>
          </a:p>
        </p:txBody>
      </p:sp>
      <p:sp>
        <p:nvSpPr>
          <p:cNvPr id="6" name="文本占位符 5"/>
          <p:cNvSpPr>
            <a:spLocks noGrp="1"/>
          </p:cNvSpPr>
          <p:nvPr>
            <p:ph type="body" idx="16387"/>
            <p:custDataLst>
              <p:tags r:id="rId6"/>
            </p:custDataLst>
          </p:nvPr>
        </p:nvSpPr>
        <p:spPr/>
        <p:txBody>
          <a:bodyPr>
            <a:normAutofit/>
          </a:bodyPr>
          <a:p>
            <a:r>
              <a:rPr lang="zh-CN" altLang="en-US" sz="1300"/>
              <a:t>Providing maximum scenario and data details is crucial for successful AI applications, as it helps the AI model to understand the context and produce accurate outputs.</a:t>
            </a:r>
            <a:endParaRPr lang="zh-CN" altLang="en-US" sz="1300"/>
          </a:p>
        </p:txBody>
      </p:sp>
      <p:sp>
        <p:nvSpPr>
          <p:cNvPr id="7" name="装饰  5"/>
          <p:cNvSpPr>
            <a:spLocks noGrp="1"/>
          </p:cNvSpPr>
          <p:nvPr>
            <p:ph type="body" idx="16394"/>
            <p:custDataLst>
              <p:tags r:id="rId7"/>
            </p:custDataLst>
          </p:nvPr>
        </p:nvSpPr>
        <p:spPr/>
        <p:txBody>
          <a:bodyPr/>
          <a:p>
            <a:r>
              <a:rPr lang="zh-CN" altLang="en-US"/>
              <a:t> </a:t>
            </a:r>
            <a:endParaRPr lang="zh-CN" altLang="en-US"/>
          </a:p>
        </p:txBody>
      </p:sp>
      <p:sp>
        <p:nvSpPr>
          <p:cNvPr id="8" name="文本占位符 7"/>
          <p:cNvSpPr>
            <a:spLocks noGrp="1"/>
          </p:cNvSpPr>
          <p:nvPr>
            <p:ph type="body" idx="16388"/>
            <p:custDataLst>
              <p:tags r:id="rId8"/>
            </p:custDataLst>
          </p:nvPr>
        </p:nvSpPr>
        <p:spPr/>
        <p:txBody>
          <a:bodyPr/>
          <a:p>
            <a:r>
              <a:rPr lang="zh-CN" altLang="en-US"/>
              <a:t>Check if the Output Meets the Goal</a:t>
            </a:r>
            <a:endParaRPr lang="zh-CN" altLang="en-US"/>
          </a:p>
        </p:txBody>
      </p:sp>
      <p:sp>
        <p:nvSpPr>
          <p:cNvPr id="9" name="文本占位符 8"/>
          <p:cNvSpPr>
            <a:spLocks noGrp="1"/>
          </p:cNvSpPr>
          <p:nvPr>
            <p:ph type="body" idx="16389"/>
            <p:custDataLst>
              <p:tags r:id="rId9"/>
            </p:custDataLst>
          </p:nvPr>
        </p:nvSpPr>
        <p:spPr/>
        <p:txBody>
          <a:bodyPr>
            <a:normAutofit fontScale="80000"/>
          </a:bodyPr>
          <a:p>
            <a:r>
              <a:rPr lang="zh-CN" altLang="en-US"/>
              <a:t>After receiving the output, it is important to check if it meets the defined goal. This step ensures that the AI model has understood the task and has produced the desired output.</a:t>
            </a:r>
            <a:endParaRPr lang="zh-CN" altLang="en-US"/>
          </a:p>
        </p:txBody>
      </p:sp>
      <p:sp>
        <p:nvSpPr>
          <p:cNvPr id="10" name="装饰  8"/>
          <p:cNvSpPr>
            <a:spLocks noGrp="1"/>
          </p:cNvSpPr>
          <p:nvPr>
            <p:ph type="body" idx="16395"/>
            <p:custDataLst>
              <p:tags r:id="rId10"/>
            </p:custDataLst>
          </p:nvPr>
        </p:nvSpPr>
        <p:spPr/>
        <p:txBody>
          <a:bodyPr/>
          <a:p>
            <a:r>
              <a:rPr lang="zh-CN" altLang="en-US"/>
              <a:t> </a:t>
            </a:r>
            <a:endParaRPr lang="zh-CN" altLang="en-US"/>
          </a:p>
        </p:txBody>
      </p:sp>
      <p:sp>
        <p:nvSpPr>
          <p:cNvPr id="11" name="文本占位符 10"/>
          <p:cNvSpPr>
            <a:spLocks noGrp="1"/>
          </p:cNvSpPr>
          <p:nvPr>
            <p:ph type="body" idx="16390"/>
            <p:custDataLst>
              <p:tags r:id="rId11"/>
            </p:custDataLst>
          </p:nvPr>
        </p:nvSpPr>
        <p:spPr/>
        <p:txBody>
          <a:bodyPr/>
          <a:p>
            <a:r>
              <a:rPr lang="zh-CN" altLang="en-US"/>
              <a:t>Always Be Iterating (ABI)</a:t>
            </a:r>
            <a:endParaRPr lang="zh-CN" altLang="en-US"/>
          </a:p>
        </p:txBody>
      </p:sp>
      <p:sp>
        <p:nvSpPr>
          <p:cNvPr id="12" name="文本占位符 11"/>
          <p:cNvSpPr>
            <a:spLocks noGrp="1"/>
          </p:cNvSpPr>
          <p:nvPr>
            <p:ph type="body" idx="16391"/>
            <p:custDataLst>
              <p:tags r:id="rId12"/>
            </p:custDataLst>
          </p:nvPr>
        </p:nvSpPr>
        <p:spPr/>
        <p:txBody>
          <a:bodyPr>
            <a:normAutofit fontScale="80000"/>
          </a:bodyPr>
          <a:p>
            <a:r>
              <a:rPr lang="zh-CN" altLang="en-US"/>
              <a:t>Iterating continuously is a key part of prompt engineering. This means constantly refining and improving the prompts based on the outputs received, to achieve better results.</a:t>
            </a:r>
            <a:endParaRPr lang="zh-CN" altLang="en-US"/>
          </a:p>
        </p:txBody>
      </p:sp>
    </p:spTree>
    <p:custDataLst>
      <p:tags r:id="rId1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6388"/>
            <p:custDataLst>
              <p:tags r:id="rId1"/>
            </p:custDataLst>
          </p:nvPr>
        </p:nvSpPr>
        <p:spPr/>
        <p:txBody>
          <a:bodyPr/>
          <a:p>
            <a:r>
              <a:rPr lang="zh-CN" altLang="en-US"/>
              <a:t>Five-Step Prompt Design</a:t>
            </a:r>
            <a:endParaRPr lang="zh-CN" altLang="en-US"/>
          </a:p>
        </p:txBody>
      </p:sp>
      <p:sp>
        <p:nvSpPr>
          <p:cNvPr id="3" name="节编号 3"/>
          <p:cNvSpPr>
            <a:spLocks noGrp="1"/>
          </p:cNvSpPr>
          <p:nvPr>
            <p:ph type="body" sz="quarter" idx="16389"/>
            <p:custDataLst>
              <p:tags r:id="rId2"/>
            </p:custDataLst>
          </p:nvPr>
        </p:nvSpPr>
        <p:spPr/>
        <p:txBody>
          <a:bodyPr/>
          <a:p>
            <a:r>
              <a:rPr lang="zh-CN" altLang="en-US"/>
              <a:t>02</a:t>
            </a:r>
            <a:endParaRPr lang="zh-CN" alt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Define Task Goal</a:t>
            </a:r>
            <a:endParaRPr lang="zh-CN" altLang="en-US"/>
          </a:p>
        </p:txBody>
      </p:sp>
      <p:pic>
        <p:nvPicPr>
          <p:cNvPr id="3" name="内容占位符 2" descr="f32928e9-c0f6-11f0-8f2d-ae343589d166"/>
          <p:cNvPicPr>
            <a:picLocks noChangeAspect="1"/>
          </p:cNvPicPr>
          <p:nvPr>
            <p:ph idx="16390"/>
            <p:custDataLst>
              <p:tags r:id="rId2"/>
            </p:custDataLst>
          </p:nvPr>
        </p:nvPicPr>
        <p:blipFill>
          <a:blip r:embed="rId3"/>
          <a:srcRect t="271" b="271"/>
          <a:stretch>
            <a:fillRect/>
          </a:stretch>
        </p:blipFill>
        <p:spPr>
          <a:xfrm>
            <a:off x="6096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p:spPr>
      </p:pic>
      <p:sp>
        <p:nvSpPr>
          <p:cNvPr id="4" name="装饰  2"/>
          <p:cNvSpPr>
            <a:spLocks noGrp="1"/>
          </p:cNvSpPr>
          <p:nvPr>
            <p:ph type="body" idx="16391"/>
            <p:custDataLst>
              <p:tags r:id="rId4"/>
            </p:custDataLst>
          </p:nvPr>
        </p:nvSpPr>
        <p:spPr/>
        <p:txBody>
          <a:bodyPr/>
          <a:p>
            <a:r>
              <a:rPr lang="zh-CN" altLang="en-US"/>
              <a:t> </a:t>
            </a:r>
            <a:endParaRPr lang="zh-CN" altLang="en-US"/>
          </a:p>
        </p:txBody>
      </p:sp>
      <p:sp>
        <p:nvSpPr>
          <p:cNvPr id="5" name="文本占位符 4"/>
          <p:cNvSpPr>
            <a:spLocks noGrp="1"/>
          </p:cNvSpPr>
          <p:nvPr>
            <p:ph type="body" idx="16386"/>
            <p:custDataLst>
              <p:tags r:id="rId5"/>
            </p:custDataLst>
          </p:nvPr>
        </p:nvSpPr>
        <p:spPr/>
        <p:txBody>
          <a:bodyPr/>
          <a:p>
            <a:r>
              <a:rPr lang="zh-CN" altLang="en-US"/>
              <a:t>Task Goal Definition</a:t>
            </a:r>
            <a:endParaRPr lang="zh-CN" altLang="en-US"/>
          </a:p>
        </p:txBody>
      </p:sp>
      <p:sp>
        <p:nvSpPr>
          <p:cNvPr id="6" name="文本占位符 5"/>
          <p:cNvSpPr>
            <a:spLocks noGrp="1"/>
          </p:cNvSpPr>
          <p:nvPr>
            <p:ph type="body" idx="16387"/>
            <p:custDataLst>
              <p:tags r:id="rId6"/>
            </p:custDataLst>
          </p:nvPr>
        </p:nvSpPr>
        <p:spPr/>
        <p:txBody>
          <a:bodyPr/>
          <a:p>
            <a:r>
              <a:rPr lang="zh-CN" altLang="en-US"/>
              <a:t>Clearly outline the objective of the AI application to guide the prompting process.</a:t>
            </a:r>
            <a:endParaRPr lang="zh-CN" altLang="en-US"/>
          </a:p>
        </p:txBody>
      </p:sp>
      <p:sp>
        <p:nvSpPr>
          <p:cNvPr id="7" name="装饰  5"/>
          <p:cNvSpPr>
            <a:spLocks noGrp="1"/>
          </p:cNvSpPr>
          <p:nvPr>
            <p:ph type="body" idx="16392"/>
            <p:custDataLst>
              <p:tags r:id="rId7"/>
            </p:custDataLst>
          </p:nvPr>
        </p:nvSpPr>
        <p:spPr/>
        <p:txBody>
          <a:bodyPr/>
          <a:p>
            <a:r>
              <a:rPr lang="zh-CN" altLang="en-US"/>
              <a:t> </a:t>
            </a:r>
            <a:endParaRPr lang="zh-CN" altLang="en-US"/>
          </a:p>
        </p:txBody>
      </p:sp>
      <p:sp>
        <p:nvSpPr>
          <p:cNvPr id="8" name="文本占位符 7"/>
          <p:cNvSpPr>
            <a:spLocks noGrp="1"/>
          </p:cNvSpPr>
          <p:nvPr>
            <p:ph type="body" idx="16388"/>
            <p:custDataLst>
              <p:tags r:id="rId8"/>
            </p:custDataLst>
          </p:nvPr>
        </p:nvSpPr>
        <p:spPr/>
        <p:txBody>
          <a:bodyPr/>
          <a:p>
            <a:r>
              <a:rPr lang="zh-CN" altLang="en-US"/>
              <a:t>Critical for saascv</a:t>
            </a:r>
            <a:endParaRPr lang="zh-CN" altLang="en-US"/>
          </a:p>
        </p:txBody>
      </p:sp>
      <p:sp>
        <p:nvSpPr>
          <p:cNvPr id="9" name="文本占位符 8"/>
          <p:cNvSpPr>
            <a:spLocks noGrp="1"/>
          </p:cNvSpPr>
          <p:nvPr>
            <p:ph type="body" idx="16389"/>
            <p:custDataLst>
              <p:tags r:id="rId9"/>
            </p:custDataLst>
          </p:nvPr>
        </p:nvSpPr>
        <p:spPr/>
        <p:txBody>
          <a:bodyPr/>
          <a:p>
            <a:r>
              <a:rPr lang="zh-CN" altLang="en-US"/>
              <a:t>The task goal is crucial for the success of AI applications in saascv.</a:t>
            </a:r>
            <a:endParaRPr lang="zh-CN" altLang="en-US"/>
          </a:p>
        </p:txBody>
      </p:sp>
    </p:spTree>
    <p:custDataLst>
      <p:tags r:id="rId10"/>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Provide Context Details</a:t>
            </a:r>
            <a:endParaRPr lang="zh-CN" altLang="en-US"/>
          </a:p>
        </p:txBody>
      </p:sp>
      <p:sp>
        <p:nvSpPr>
          <p:cNvPr id="3" name="装饰  1"/>
          <p:cNvSpPr>
            <a:spLocks noGrp="1"/>
          </p:cNvSpPr>
          <p:nvPr>
            <p:ph type="body" idx="16391"/>
            <p:custDataLst>
              <p:tags r:id="rId2"/>
            </p:custDataLst>
          </p:nvPr>
        </p:nvSpPr>
        <p:spPr/>
        <p:txBody>
          <a:bodyPr/>
          <a:p>
            <a:r>
              <a:rPr lang="zh-CN" altLang="en-US"/>
              <a:t> </a:t>
            </a:r>
            <a:endParaRPr lang="zh-CN" altLang="en-US"/>
          </a:p>
        </p:txBody>
      </p:sp>
      <p:pic>
        <p:nvPicPr>
          <p:cNvPr id="12" name="图片占位符 11" descr="7"/>
          <p:cNvPicPr>
            <a:picLocks noChangeAspect="1"/>
          </p:cNvPicPr>
          <p:nvPr>
            <p:ph type="pic" idx="16390"/>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2794000" y="2616200"/>
            <a:ext cx="812800" cy="812800"/>
          </a:xfrm>
          <a:prstGeom prst="rect">
            <a:avLst/>
          </a:prstGeom>
        </p:spPr>
      </p:pic>
      <p:sp>
        <p:nvSpPr>
          <p:cNvPr id="5" name="文本占位符 4"/>
          <p:cNvSpPr>
            <a:spLocks noGrp="1"/>
          </p:cNvSpPr>
          <p:nvPr>
            <p:ph type="body" idx="16386"/>
            <p:custDataLst>
              <p:tags r:id="rId6"/>
            </p:custDataLst>
          </p:nvPr>
        </p:nvSpPr>
        <p:spPr/>
        <p:txBody>
          <a:bodyPr/>
          <a:p>
            <a:r>
              <a:rPr lang="zh-CN" altLang="en-US"/>
              <a:t>Maximum Scenario and Data</a:t>
            </a:r>
            <a:endParaRPr lang="zh-CN" altLang="en-US"/>
          </a:p>
        </p:txBody>
      </p:sp>
      <p:sp>
        <p:nvSpPr>
          <p:cNvPr id="6" name="文本占位符 5"/>
          <p:cNvSpPr>
            <a:spLocks noGrp="1"/>
          </p:cNvSpPr>
          <p:nvPr>
            <p:ph type="body" idx="16387"/>
            <p:custDataLst>
              <p:tags r:id="rId7"/>
            </p:custDataLst>
          </p:nvPr>
        </p:nvSpPr>
        <p:spPr/>
        <p:txBody>
          <a:bodyPr/>
          <a:p>
            <a:r>
              <a:rPr lang="zh-CN" altLang="en-US"/>
              <a:t>Provide comprehensive scenario and data details to ensure the AI understands the context.</a:t>
            </a:r>
            <a:endParaRPr lang="zh-CN" altLang="en-US"/>
          </a:p>
        </p:txBody>
      </p:sp>
      <p:sp>
        <p:nvSpPr>
          <p:cNvPr id="7" name="装饰  5"/>
          <p:cNvSpPr>
            <a:spLocks noGrp="1"/>
          </p:cNvSpPr>
          <p:nvPr>
            <p:ph type="body" idx="16393"/>
            <p:custDataLst>
              <p:tags r:id="rId8"/>
            </p:custDataLst>
          </p:nvPr>
        </p:nvSpPr>
        <p:spPr/>
        <p:txBody>
          <a:bodyPr/>
          <a:p>
            <a:r>
              <a:rPr lang="zh-CN" altLang="en-US"/>
              <a:t> </a:t>
            </a:r>
            <a:endParaRPr lang="zh-CN" altLang="en-US"/>
          </a:p>
        </p:txBody>
      </p:sp>
      <p:pic>
        <p:nvPicPr>
          <p:cNvPr id="11" name="图片占位符 10" descr="8"/>
          <p:cNvPicPr>
            <a:picLocks noChangeAspect="1"/>
          </p:cNvPicPr>
          <p:nvPr>
            <p:ph type="pic" idx="16392"/>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8585200" y="2616200"/>
            <a:ext cx="812800" cy="812800"/>
          </a:xfrm>
          <a:prstGeom prst="rect">
            <a:avLst/>
          </a:prstGeom>
        </p:spPr>
      </p:pic>
      <p:sp>
        <p:nvSpPr>
          <p:cNvPr id="9" name="文本占位符 8"/>
          <p:cNvSpPr>
            <a:spLocks noGrp="1"/>
          </p:cNvSpPr>
          <p:nvPr>
            <p:ph type="body" idx="16388"/>
            <p:custDataLst>
              <p:tags r:id="rId12"/>
            </p:custDataLst>
          </p:nvPr>
        </p:nvSpPr>
        <p:spPr/>
        <p:txBody>
          <a:bodyPr/>
          <a:p>
            <a:r>
              <a:rPr lang="zh-CN" altLang="en-US"/>
              <a:t>Crucial for saascv</a:t>
            </a:r>
            <a:endParaRPr lang="zh-CN" altLang="en-US"/>
          </a:p>
        </p:txBody>
      </p:sp>
      <p:sp>
        <p:nvSpPr>
          <p:cNvPr id="10" name="文本占位符 9"/>
          <p:cNvSpPr>
            <a:spLocks noGrp="1"/>
          </p:cNvSpPr>
          <p:nvPr>
            <p:ph type="body" idx="16389"/>
            <p:custDataLst>
              <p:tags r:id="rId13"/>
            </p:custDataLst>
          </p:nvPr>
        </p:nvSpPr>
        <p:spPr/>
        <p:txBody>
          <a:bodyPr/>
          <a:p>
            <a:r>
              <a:rPr lang="zh-CN" altLang="en-US"/>
              <a:t>Context details are essential for the effectiveness of AI applications in saascv.</a:t>
            </a:r>
            <a:endParaRPr lang="zh-CN" altLang="en-US"/>
          </a:p>
        </p:txBody>
      </p:sp>
    </p:spTree>
    <p:custDataLst>
      <p:tags r:id="rId1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Offer References</a:t>
            </a:r>
            <a:endParaRPr lang="zh-CN" altLang="en-US"/>
          </a:p>
        </p:txBody>
      </p:sp>
      <p:sp>
        <p:nvSpPr>
          <p:cNvPr id="3" name="装饰  1"/>
          <p:cNvSpPr>
            <a:spLocks noGrp="1"/>
          </p:cNvSpPr>
          <p:nvPr>
            <p:ph type="body" idx="16390"/>
            <p:custDataLst>
              <p:tags r:id="rId2"/>
            </p:custDataLst>
          </p:nvPr>
        </p:nvSpPr>
        <p:spPr/>
        <p:txBody>
          <a:bodyPr/>
          <a:p>
            <a:r>
              <a:rPr lang="zh-CN" altLang="en-US"/>
              <a:t> </a:t>
            </a:r>
            <a:endParaRPr lang="zh-CN" altLang="en-US"/>
          </a:p>
        </p:txBody>
      </p:sp>
      <p:pic>
        <p:nvPicPr>
          <p:cNvPr id="4" name="图片占位符 3" descr="f328c35c-c0f6-11f0-a689-2a14646461c7"/>
          <p:cNvPicPr>
            <a:picLocks noChangeAspect="1"/>
          </p:cNvPicPr>
          <p:nvPr>
            <p:ph type="pic" idx="16391"/>
            <p:custDataLst>
              <p:tags r:id="rId3"/>
            </p:custDataLst>
          </p:nvPr>
        </p:nvPicPr>
        <p:blipFill>
          <a:blip r:embed="rId4"/>
          <a:srcRect l="1107" r="1107"/>
          <a:stretch>
            <a:fillRect/>
          </a:stretch>
        </p:blipFill>
        <p:spPr>
          <a:xfrm>
            <a:off x="609600" y="15240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p:spPr>
      </p:pic>
      <p:sp>
        <p:nvSpPr>
          <p:cNvPr id="5" name="文本占位符 4"/>
          <p:cNvSpPr>
            <a:spLocks noGrp="1"/>
          </p:cNvSpPr>
          <p:nvPr>
            <p:ph type="body" idx="16386"/>
            <p:custDataLst>
              <p:tags r:id="rId5"/>
            </p:custDataLst>
          </p:nvPr>
        </p:nvSpPr>
        <p:spPr/>
        <p:txBody>
          <a:bodyPr/>
          <a:p>
            <a:r>
              <a:rPr lang="zh-CN" altLang="en-US"/>
              <a:t>Examples and Preferred Formats</a:t>
            </a:r>
            <a:endParaRPr lang="zh-CN" altLang="en-US"/>
          </a:p>
        </p:txBody>
      </p:sp>
      <p:sp>
        <p:nvSpPr>
          <p:cNvPr id="6" name="文本占位符 5"/>
          <p:cNvSpPr>
            <a:spLocks noGrp="1"/>
          </p:cNvSpPr>
          <p:nvPr>
            <p:ph type="body" idx="16387"/>
            <p:custDataLst>
              <p:tags r:id="rId6"/>
            </p:custDataLst>
          </p:nvPr>
        </p:nvSpPr>
        <p:spPr/>
        <p:txBody>
          <a:bodyPr/>
          <a:p>
            <a:r>
              <a:rPr lang="zh-CN" altLang="en-US"/>
              <a:t>Supply examples and specify preferred formats to guide the AI's output.</a:t>
            </a:r>
            <a:endParaRPr lang="zh-CN" altLang="en-US"/>
          </a:p>
        </p:txBody>
      </p:sp>
      <p:sp>
        <p:nvSpPr>
          <p:cNvPr id="7" name="装饰  5"/>
          <p:cNvSpPr>
            <a:spLocks noGrp="1"/>
          </p:cNvSpPr>
          <p:nvPr>
            <p:ph type="body" idx="16392"/>
            <p:custDataLst>
              <p:tags r:id="rId7"/>
            </p:custDataLst>
          </p:nvPr>
        </p:nvSpPr>
        <p:spPr/>
        <p:txBody>
          <a:bodyPr/>
          <a:p>
            <a:r>
              <a:rPr lang="zh-CN" altLang="en-US"/>
              <a:t> </a:t>
            </a:r>
            <a:endParaRPr lang="zh-CN" altLang="en-US"/>
          </a:p>
        </p:txBody>
      </p:sp>
      <p:pic>
        <p:nvPicPr>
          <p:cNvPr id="8" name="图片占位符 7" descr="f328c38c-c0f6-11f0-a689-2a14646461c7"/>
          <p:cNvPicPr>
            <a:picLocks noChangeAspect="1"/>
          </p:cNvPicPr>
          <p:nvPr>
            <p:ph type="pic" idx="16393"/>
            <p:custDataLst>
              <p:tags r:id="rId8"/>
            </p:custDataLst>
          </p:nvPr>
        </p:nvPicPr>
        <p:blipFill>
          <a:blip r:embed="rId9"/>
          <a:srcRect l="1107" r="1107"/>
          <a:stretch>
            <a:fillRect/>
          </a:stretch>
        </p:blipFill>
        <p:spPr>
          <a:xfrm>
            <a:off x="609600" y="40386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p:spPr>
      </p:pic>
      <p:sp>
        <p:nvSpPr>
          <p:cNvPr id="9" name="文本占位符 8"/>
          <p:cNvSpPr>
            <a:spLocks noGrp="1"/>
          </p:cNvSpPr>
          <p:nvPr>
            <p:ph type="body" idx="16388"/>
            <p:custDataLst>
              <p:tags r:id="rId10"/>
            </p:custDataLst>
          </p:nvPr>
        </p:nvSpPr>
        <p:spPr/>
        <p:txBody>
          <a:bodyPr/>
          <a:p>
            <a:r>
              <a:rPr lang="zh-CN" altLang="en-US"/>
              <a:t>Guide AI Output</a:t>
            </a:r>
            <a:endParaRPr lang="zh-CN" altLang="en-US"/>
          </a:p>
        </p:txBody>
      </p:sp>
      <p:sp>
        <p:nvSpPr>
          <p:cNvPr id="10" name="文本占位符 9"/>
          <p:cNvSpPr>
            <a:spLocks noGrp="1"/>
          </p:cNvSpPr>
          <p:nvPr>
            <p:ph type="body" idx="16389"/>
            <p:custDataLst>
              <p:tags r:id="rId11"/>
            </p:custDataLst>
          </p:nvPr>
        </p:nvSpPr>
        <p:spPr/>
        <p:txBody>
          <a:bodyPr/>
          <a:p>
            <a:r>
              <a:rPr lang="zh-CN" altLang="en-US"/>
              <a:t>References help in directing the AI towards the desired output format and quality.</a:t>
            </a:r>
            <a:endParaRPr lang="zh-CN" altLang="en-US"/>
          </a:p>
        </p:txBody>
      </p:sp>
    </p:spTree>
    <p:custDataLst>
      <p:tags r:id="rId1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Evaluate Output</a:t>
            </a:r>
            <a:endParaRPr lang="zh-CN" altLang="en-US"/>
          </a:p>
        </p:txBody>
      </p:sp>
      <p:pic>
        <p:nvPicPr>
          <p:cNvPr id="3" name="内容占位符 2" descr="f3e4cf17-c0f6-11f0-82f4-4a3166813554"/>
          <p:cNvPicPr>
            <a:picLocks noChangeAspect="1"/>
          </p:cNvPicPr>
          <p:nvPr>
            <p:ph idx="16390"/>
            <p:custDataLst>
              <p:tags r:id="rId2"/>
            </p:custDataLst>
          </p:nvPr>
        </p:nvPicPr>
        <p:blipFill>
          <a:blip r:embed="rId3"/>
          <a:srcRect t="579" b="579"/>
          <a:stretch>
            <a:fillRect/>
          </a:stretch>
        </p:blipFill>
        <p:spPr>
          <a:xfrm>
            <a:off x="609600" y="1524000"/>
            <a:ext cx="10972800" cy="2844800"/>
          </a:xfrm>
          <a:custGeom>
            <a:avLst/>
            <a:gdLst>
              <a:gd name="connisteX0" fmla="*/ 0 w 10972800"/>
              <a:gd name="connsiteY0" fmla="*/ 203200 h 2844800"/>
              <a:gd name="connisteX1" fmla="*/ 203200 w 10972800"/>
              <a:gd name="connsiteY1" fmla="*/ 0 h 2844800"/>
              <a:gd name="connisteX2" fmla="*/ 10769600 w 10972800"/>
              <a:gd name="connsiteY2" fmla="*/ 0 h 2844800"/>
              <a:gd name="connisteX3" fmla="*/ 10972800 w 10972800"/>
              <a:gd name="connsiteY3" fmla="*/ 203200 h 2844800"/>
              <a:gd name="connisteX4" fmla="*/ 10972800 w 10972800"/>
              <a:gd name="connsiteY4" fmla="*/ 2641600 h 2844800"/>
              <a:gd name="connisteX5" fmla="*/ 10769600 w 10972800"/>
              <a:gd name="connsiteY5" fmla="*/ 2844800 h 2844800"/>
              <a:gd name="connisteX6" fmla="*/ 203200 w 10972800"/>
              <a:gd name="connsiteY6" fmla="*/ 2844800 h 2844800"/>
              <a:gd name="connisteX7" fmla="*/ 0 w 10972800"/>
              <a:gd name="connsiteY7" fmla="*/ 2641600 h 2844800"/>
              <a:gd name="connisteX8" fmla="*/ 0 w 10972800"/>
              <a:gd name="connsiteY8" fmla="*/ 203200 h 2844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844800">
                <a:moveTo>
                  <a:pt x="0" y="203200"/>
                </a:moveTo>
                <a:cubicBezTo>
                  <a:pt x="0" y="90976"/>
                  <a:pt x="90976" y="0"/>
                  <a:pt x="203200" y="0"/>
                </a:cubicBezTo>
                <a:lnTo>
                  <a:pt x="10769600" y="0"/>
                </a:lnTo>
                <a:cubicBezTo>
                  <a:pt x="10881824" y="0"/>
                  <a:pt x="10972800" y="90976"/>
                  <a:pt x="10972800" y="203200"/>
                </a:cubicBezTo>
                <a:lnTo>
                  <a:pt x="10972800" y="2641600"/>
                </a:lnTo>
                <a:cubicBezTo>
                  <a:pt x="10972800" y="2753824"/>
                  <a:pt x="10881824" y="2844800"/>
                  <a:pt x="10769600" y="2844800"/>
                </a:cubicBezTo>
                <a:lnTo>
                  <a:pt x="203200" y="2844800"/>
                </a:lnTo>
                <a:cubicBezTo>
                  <a:pt x="90976" y="2844800"/>
                  <a:pt x="0" y="2753824"/>
                  <a:pt x="0" y="2641600"/>
                </a:cubicBezTo>
                <a:lnTo>
                  <a:pt x="0" y="203200"/>
                </a:lnTo>
                <a:close/>
              </a:path>
            </a:pathLst>
          </a:custGeom>
        </p:spPr>
      </p:pic>
      <p:sp>
        <p:nvSpPr>
          <p:cNvPr id="4" name="装饰  2"/>
          <p:cNvSpPr>
            <a:spLocks noGrp="1"/>
          </p:cNvSpPr>
          <p:nvPr>
            <p:ph type="body" idx="16391"/>
            <p:custDataLst>
              <p:tags r:id="rId4"/>
            </p:custDataLst>
          </p:nvPr>
        </p:nvSpPr>
        <p:spPr/>
        <p:txBody>
          <a:bodyPr/>
          <a:p>
            <a:r>
              <a:rPr lang="zh-CN" altLang="en-US"/>
              <a:t> </a:t>
            </a:r>
            <a:endParaRPr lang="zh-CN" altLang="en-US"/>
          </a:p>
        </p:txBody>
      </p:sp>
      <p:sp>
        <p:nvSpPr>
          <p:cNvPr id="5" name="文本占位符 4"/>
          <p:cNvSpPr>
            <a:spLocks noGrp="1"/>
          </p:cNvSpPr>
          <p:nvPr>
            <p:ph type="body" idx="16386"/>
            <p:custDataLst>
              <p:tags r:id="rId5"/>
            </p:custDataLst>
          </p:nvPr>
        </p:nvSpPr>
        <p:spPr/>
        <p:txBody>
          <a:bodyPr/>
          <a:p>
            <a:r>
              <a:rPr lang="zh-CN" altLang="en-US"/>
              <a:t>Check Output Alignment</a:t>
            </a:r>
            <a:endParaRPr lang="zh-CN" altLang="en-US"/>
          </a:p>
        </p:txBody>
      </p:sp>
      <p:sp>
        <p:nvSpPr>
          <p:cNvPr id="6" name="文本占位符 5"/>
          <p:cNvSpPr>
            <a:spLocks noGrp="1"/>
          </p:cNvSpPr>
          <p:nvPr>
            <p:ph type="body" idx="16387"/>
            <p:custDataLst>
              <p:tags r:id="rId6"/>
            </p:custDataLst>
          </p:nvPr>
        </p:nvSpPr>
        <p:spPr/>
        <p:txBody>
          <a:bodyPr/>
          <a:p>
            <a:r>
              <a:rPr lang="zh-CN" altLang="en-US"/>
              <a:t>Evaluate if the AI's output meets the predefined task goal.</a:t>
            </a:r>
            <a:endParaRPr lang="zh-CN" altLang="en-US"/>
          </a:p>
        </p:txBody>
      </p:sp>
      <p:sp>
        <p:nvSpPr>
          <p:cNvPr id="7" name="装饰  5"/>
          <p:cNvSpPr>
            <a:spLocks noGrp="1"/>
          </p:cNvSpPr>
          <p:nvPr>
            <p:ph type="body" idx="16392"/>
            <p:custDataLst>
              <p:tags r:id="rId7"/>
            </p:custDataLst>
          </p:nvPr>
        </p:nvSpPr>
        <p:spPr/>
        <p:txBody>
          <a:bodyPr/>
          <a:p>
            <a:r>
              <a:rPr lang="zh-CN" altLang="en-US"/>
              <a:t> </a:t>
            </a:r>
            <a:endParaRPr lang="zh-CN" altLang="en-US"/>
          </a:p>
        </p:txBody>
      </p:sp>
      <p:sp>
        <p:nvSpPr>
          <p:cNvPr id="8" name="文本占位符 7"/>
          <p:cNvSpPr>
            <a:spLocks noGrp="1"/>
          </p:cNvSpPr>
          <p:nvPr>
            <p:ph type="body" idx="16388"/>
            <p:custDataLst>
              <p:tags r:id="rId8"/>
            </p:custDataLst>
          </p:nvPr>
        </p:nvSpPr>
        <p:spPr/>
        <p:txBody>
          <a:bodyPr/>
          <a:p>
            <a:r>
              <a:rPr lang="zh-CN" altLang="en-US"/>
              <a:t>Goal-Oriented Evaluation</a:t>
            </a:r>
            <a:endParaRPr lang="zh-CN" altLang="en-US"/>
          </a:p>
        </p:txBody>
      </p:sp>
      <p:sp>
        <p:nvSpPr>
          <p:cNvPr id="9" name="文本占位符 8"/>
          <p:cNvSpPr>
            <a:spLocks noGrp="1"/>
          </p:cNvSpPr>
          <p:nvPr>
            <p:ph type="body" idx="16389"/>
            <p:custDataLst>
              <p:tags r:id="rId9"/>
            </p:custDataLst>
          </p:nvPr>
        </p:nvSpPr>
        <p:spPr/>
        <p:txBody>
          <a:bodyPr/>
          <a:p>
            <a:r>
              <a:rPr lang="zh-CN" altLang="en-US"/>
              <a:t>Ensure the output aligns with the initial task goal for successful application.</a:t>
            </a:r>
            <a:endParaRPr lang="zh-CN" altLang="en-US"/>
          </a:p>
        </p:txBody>
      </p:sp>
    </p:spTree>
    <p:custDataLst>
      <p:tags r:id="rId10"/>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Iterate Continuously</a:t>
            </a:r>
            <a:endParaRPr lang="zh-CN" altLang="en-US"/>
          </a:p>
        </p:txBody>
      </p:sp>
      <p:sp>
        <p:nvSpPr>
          <p:cNvPr id="3" name="装饰  1"/>
          <p:cNvSpPr>
            <a:spLocks noGrp="1"/>
          </p:cNvSpPr>
          <p:nvPr>
            <p:ph type="body" idx="16390"/>
            <p:custDataLst>
              <p:tags r:id="rId2"/>
            </p:custDataLst>
          </p:nvPr>
        </p:nvSpPr>
        <p:spPr/>
        <p:txBody>
          <a:bodyPr/>
          <a:p>
            <a:r>
              <a:rPr lang="zh-CN" altLang="en-US"/>
              <a:t> </a:t>
            </a:r>
            <a:endParaRPr lang="zh-CN" altLang="en-US"/>
          </a:p>
        </p:txBody>
      </p:sp>
      <p:pic>
        <p:nvPicPr>
          <p:cNvPr id="4" name="图片占位符 3" descr="f355356f-c0f6-11f0-b365-62cdfc471750"/>
          <p:cNvPicPr>
            <a:picLocks noChangeAspect="1"/>
          </p:cNvPicPr>
          <p:nvPr>
            <p:ph type="pic" idx="16391"/>
            <p:custDataLst>
              <p:tags r:id="rId3"/>
            </p:custDataLst>
          </p:nvPr>
        </p:nvPicPr>
        <p:blipFill>
          <a:blip r:embed="rId4"/>
          <a:srcRect t="3600" b="3600"/>
          <a:stretch>
            <a:fillRect/>
          </a:stretch>
        </p:blipFill>
        <p:spPr>
          <a:xfrm>
            <a:off x="9042400" y="1524000"/>
            <a:ext cx="2540000" cy="2209800"/>
          </a:xfrm>
          <a:custGeom>
            <a:avLst/>
            <a:gdLst>
              <a:gd name="connisteX0" fmla="*/ 0 w 2540000"/>
              <a:gd name="connsiteY0" fmla="*/ 0 h 2209800"/>
              <a:gd name="connisteX1" fmla="*/ 2336800 w 2540000"/>
              <a:gd name="connsiteY1" fmla="*/ 0 h 2209800"/>
              <a:gd name="connisteX2" fmla="*/ 2540000 w 2540000"/>
              <a:gd name="connsiteY2" fmla="*/ 203200 h 2209800"/>
              <a:gd name="connisteX3" fmla="*/ 2540000 w 2540000"/>
              <a:gd name="connsiteY3" fmla="*/ 2006600 h 2209800"/>
              <a:gd name="connisteX4" fmla="*/ 2336800 w 2540000"/>
              <a:gd name="connsiteY4" fmla="*/ 2209800 h 2209800"/>
              <a:gd name="connisteX5" fmla="*/ 0 w 2540000"/>
              <a:gd name="connsiteY5" fmla="*/ 2209800 h 2209800"/>
              <a:gd name="connisteX6" fmla="*/ 0 w 254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0"/>
                </a:moveTo>
                <a:lnTo>
                  <a:pt x="2336800" y="0"/>
                </a:lnTo>
                <a:cubicBezTo>
                  <a:pt x="2449024" y="0"/>
                  <a:pt x="2540000" y="90976"/>
                  <a:pt x="2540000" y="203200"/>
                </a:cubicBezTo>
                <a:lnTo>
                  <a:pt x="2540000" y="2006600"/>
                </a:lnTo>
                <a:cubicBezTo>
                  <a:pt x="2540000" y="2118824"/>
                  <a:pt x="2449024" y="2209800"/>
                  <a:pt x="2336800" y="2209800"/>
                </a:cubicBezTo>
                <a:lnTo>
                  <a:pt x="0" y="2209800"/>
                </a:lnTo>
                <a:lnTo>
                  <a:pt x="0" y="0"/>
                </a:lnTo>
                <a:close/>
              </a:path>
            </a:pathLst>
          </a:custGeom>
        </p:spPr>
      </p:pic>
      <p:sp>
        <p:nvSpPr>
          <p:cNvPr id="5" name="文本占位符 4"/>
          <p:cNvSpPr>
            <a:spLocks noGrp="1"/>
          </p:cNvSpPr>
          <p:nvPr>
            <p:ph type="body" idx="16386"/>
            <p:custDataLst>
              <p:tags r:id="rId5"/>
            </p:custDataLst>
          </p:nvPr>
        </p:nvSpPr>
        <p:spPr/>
        <p:txBody>
          <a:bodyPr/>
          <a:p>
            <a:r>
              <a:rPr lang="zh-CN" altLang="en-US"/>
              <a:t>Always Be Iterating (ABI)</a:t>
            </a:r>
            <a:endParaRPr lang="zh-CN" altLang="en-US"/>
          </a:p>
        </p:txBody>
      </p:sp>
      <p:sp>
        <p:nvSpPr>
          <p:cNvPr id="6" name="文本占位符 5"/>
          <p:cNvSpPr>
            <a:spLocks noGrp="1"/>
          </p:cNvSpPr>
          <p:nvPr>
            <p:ph type="body" idx="16387"/>
            <p:custDataLst>
              <p:tags r:id="rId6"/>
            </p:custDataLst>
          </p:nvPr>
        </p:nvSpPr>
        <p:spPr/>
        <p:txBody>
          <a:bodyPr/>
          <a:p>
            <a:r>
              <a:rPr lang="zh-CN" altLang="en-US"/>
              <a:t>Continuously refine prompts and outputs through ongoing iteration.</a:t>
            </a:r>
            <a:endParaRPr lang="zh-CN" altLang="en-US"/>
          </a:p>
        </p:txBody>
      </p:sp>
      <p:sp>
        <p:nvSpPr>
          <p:cNvPr id="7" name="装饰  5"/>
          <p:cNvSpPr>
            <a:spLocks noGrp="1"/>
          </p:cNvSpPr>
          <p:nvPr>
            <p:ph type="body" idx="16392"/>
            <p:custDataLst>
              <p:tags r:id="rId7"/>
            </p:custDataLst>
          </p:nvPr>
        </p:nvSpPr>
        <p:spPr/>
        <p:txBody>
          <a:bodyPr/>
          <a:p>
            <a:r>
              <a:rPr lang="zh-CN" altLang="en-US"/>
              <a:t> </a:t>
            </a:r>
            <a:endParaRPr lang="zh-CN" altLang="en-US"/>
          </a:p>
        </p:txBody>
      </p:sp>
      <p:pic>
        <p:nvPicPr>
          <p:cNvPr id="8" name="图片占位符 7" descr="f355360b-c0f6-11f0-b365-62cdfc471750"/>
          <p:cNvPicPr>
            <a:picLocks noChangeAspect="1"/>
          </p:cNvPicPr>
          <p:nvPr>
            <p:ph type="pic" idx="16393"/>
            <p:custDataLst>
              <p:tags r:id="rId8"/>
            </p:custDataLst>
          </p:nvPr>
        </p:nvPicPr>
        <p:blipFill>
          <a:blip r:embed="rId9"/>
          <a:srcRect t="3600" b="3600"/>
          <a:stretch>
            <a:fillRect/>
          </a:stretch>
        </p:blipFill>
        <p:spPr>
          <a:xfrm>
            <a:off x="9042400" y="4038600"/>
            <a:ext cx="2540000" cy="2209800"/>
          </a:xfrm>
          <a:custGeom>
            <a:avLst/>
            <a:gdLst>
              <a:gd name="connisteX0" fmla="*/ 0 w 2540000"/>
              <a:gd name="connsiteY0" fmla="*/ 0 h 2209800"/>
              <a:gd name="connisteX1" fmla="*/ 2336800 w 2540000"/>
              <a:gd name="connsiteY1" fmla="*/ 0 h 2209800"/>
              <a:gd name="connisteX2" fmla="*/ 2540000 w 2540000"/>
              <a:gd name="connsiteY2" fmla="*/ 203200 h 2209800"/>
              <a:gd name="connisteX3" fmla="*/ 2540000 w 2540000"/>
              <a:gd name="connsiteY3" fmla="*/ 2006600 h 2209800"/>
              <a:gd name="connisteX4" fmla="*/ 2336800 w 2540000"/>
              <a:gd name="connsiteY4" fmla="*/ 2209800 h 2209800"/>
              <a:gd name="connisteX5" fmla="*/ 0 w 2540000"/>
              <a:gd name="connsiteY5" fmla="*/ 2209800 h 2209800"/>
              <a:gd name="connisteX6" fmla="*/ 0 w 254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0"/>
                </a:moveTo>
                <a:lnTo>
                  <a:pt x="2336800" y="0"/>
                </a:lnTo>
                <a:cubicBezTo>
                  <a:pt x="2449024" y="0"/>
                  <a:pt x="2540000" y="90976"/>
                  <a:pt x="2540000" y="203200"/>
                </a:cubicBezTo>
                <a:lnTo>
                  <a:pt x="2540000" y="2006600"/>
                </a:lnTo>
                <a:cubicBezTo>
                  <a:pt x="2540000" y="2118824"/>
                  <a:pt x="2449024" y="2209800"/>
                  <a:pt x="2336800" y="2209800"/>
                </a:cubicBezTo>
                <a:lnTo>
                  <a:pt x="0" y="2209800"/>
                </a:lnTo>
                <a:lnTo>
                  <a:pt x="0" y="0"/>
                </a:lnTo>
                <a:close/>
              </a:path>
            </a:pathLst>
          </a:custGeom>
        </p:spPr>
      </p:pic>
      <p:sp>
        <p:nvSpPr>
          <p:cNvPr id="9" name="文本占位符 8"/>
          <p:cNvSpPr>
            <a:spLocks noGrp="1"/>
          </p:cNvSpPr>
          <p:nvPr>
            <p:ph type="body" idx="16388"/>
            <p:custDataLst>
              <p:tags r:id="rId10"/>
            </p:custDataLst>
          </p:nvPr>
        </p:nvSpPr>
        <p:spPr/>
        <p:txBody>
          <a:bodyPr/>
          <a:p>
            <a:r>
              <a:rPr lang="zh-CN" altLang="en-US"/>
              <a:t>Iterative Improvement</a:t>
            </a:r>
            <a:endParaRPr lang="zh-CN" altLang="en-US"/>
          </a:p>
        </p:txBody>
      </p:sp>
      <p:sp>
        <p:nvSpPr>
          <p:cNvPr id="10" name="文本占位符 9"/>
          <p:cNvSpPr>
            <a:spLocks noGrp="1"/>
          </p:cNvSpPr>
          <p:nvPr>
            <p:ph type="body" idx="16389"/>
            <p:custDataLst>
              <p:tags r:id="rId11"/>
            </p:custDataLst>
          </p:nvPr>
        </p:nvSpPr>
        <p:spPr/>
        <p:txBody>
          <a:bodyPr/>
          <a:p>
            <a:r>
              <a:rPr lang="zh-CN" altLang="en-US"/>
              <a:t>Iterate to enhance the quality and relevance of AI outputs over time.</a:t>
            </a:r>
            <a:endParaRPr lang="zh-CN" altLang="en-US"/>
          </a:p>
        </p:txBody>
      </p:sp>
    </p:spTree>
    <p:custDataLst>
      <p:tags r:id="rId1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6388"/>
            <p:custDataLst>
              <p:tags r:id="rId1"/>
            </p:custDataLst>
          </p:nvPr>
        </p:nvSpPr>
        <p:spPr/>
        <p:txBody>
          <a:bodyPr/>
          <a:p>
            <a:r>
              <a:rPr lang="zh-CN" altLang="en-US"/>
              <a:t>Advanced Iteration Strategies</a:t>
            </a:r>
            <a:endParaRPr lang="zh-CN" altLang="en-US"/>
          </a:p>
        </p:txBody>
      </p:sp>
      <p:sp>
        <p:nvSpPr>
          <p:cNvPr id="3" name="节编号 3"/>
          <p:cNvSpPr>
            <a:spLocks noGrp="1"/>
          </p:cNvSpPr>
          <p:nvPr>
            <p:ph type="body" sz="quarter" idx="16389"/>
            <p:custDataLst>
              <p:tags r:id="rId2"/>
            </p:custDataLst>
          </p:nvPr>
        </p:nvSpPr>
        <p:spPr/>
        <p:txBody>
          <a:bodyPr/>
          <a:p>
            <a:r>
              <a:rPr lang="zh-CN" altLang="en-US"/>
              <a:t>03</a:t>
            </a:r>
            <a:endParaRPr lang="zh-CN" altLang="en-US"/>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Revisit Framework</a:t>
            </a:r>
            <a:endParaRPr lang="zh-CN" altLang="en-US"/>
          </a:p>
        </p:txBody>
      </p:sp>
      <p:pic>
        <p:nvPicPr>
          <p:cNvPr id="3" name="内容占位符 2" descr="f2a5a48f-c0f6-11f0-982b-1e494b851bb2"/>
          <p:cNvPicPr>
            <a:picLocks noChangeAspect="1"/>
          </p:cNvPicPr>
          <p:nvPr>
            <p:ph idx="16390"/>
            <p:custDataLst>
              <p:tags r:id="rId2"/>
            </p:custDataLst>
          </p:nvPr>
        </p:nvPicPr>
        <p:blipFill>
          <a:blip r:embed="rId3"/>
          <a:srcRect t="479" b="479"/>
          <a:stretch>
            <a:fillRect/>
          </a:stretch>
        </p:blipFill>
        <p:spPr>
          <a:xfrm>
            <a:off x="609600" y="609600"/>
            <a:ext cx="10972800" cy="2387600"/>
          </a:xfrm>
          <a:custGeom>
            <a:avLst/>
            <a:gdLst>
              <a:gd name="connisteX0" fmla="*/ 0 w 10972800"/>
              <a:gd name="connsiteY0" fmla="*/ 203200 h 2387600"/>
              <a:gd name="connisteX1" fmla="*/ 203200 w 10972800"/>
              <a:gd name="connsiteY1" fmla="*/ 0 h 2387600"/>
              <a:gd name="connisteX2" fmla="*/ 10769600 w 10972800"/>
              <a:gd name="connsiteY2" fmla="*/ 0 h 2387600"/>
              <a:gd name="connisteX3" fmla="*/ 10972800 w 10972800"/>
              <a:gd name="connsiteY3" fmla="*/ 203200 h 2387600"/>
              <a:gd name="connisteX4" fmla="*/ 10972800 w 10972800"/>
              <a:gd name="connsiteY4" fmla="*/ 2184400 h 2387600"/>
              <a:gd name="connisteX5" fmla="*/ 10769600 w 10972800"/>
              <a:gd name="connsiteY5" fmla="*/ 2387600 h 2387600"/>
              <a:gd name="connisteX6" fmla="*/ 203200 w 10972800"/>
              <a:gd name="connsiteY6" fmla="*/ 2387600 h 2387600"/>
              <a:gd name="connisteX7" fmla="*/ 0 w 10972800"/>
              <a:gd name="connsiteY7" fmla="*/ 2184400 h 2387600"/>
              <a:gd name="connisteX8" fmla="*/ 0 w 10972800"/>
              <a:gd name="connsiteY8" fmla="*/ 203200 h 238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387600">
                <a:moveTo>
                  <a:pt x="0" y="203200"/>
                </a:moveTo>
                <a:cubicBezTo>
                  <a:pt x="0" y="90976"/>
                  <a:pt x="90976" y="0"/>
                  <a:pt x="203200" y="0"/>
                </a:cubicBezTo>
                <a:lnTo>
                  <a:pt x="10769600" y="0"/>
                </a:lnTo>
                <a:cubicBezTo>
                  <a:pt x="10881824" y="0"/>
                  <a:pt x="10972800" y="90976"/>
                  <a:pt x="10972800" y="203200"/>
                </a:cubicBezTo>
                <a:lnTo>
                  <a:pt x="10972800" y="2184400"/>
                </a:lnTo>
                <a:cubicBezTo>
                  <a:pt x="10972800" y="2296624"/>
                  <a:pt x="10881824" y="2387600"/>
                  <a:pt x="10769600" y="2387600"/>
                </a:cubicBezTo>
                <a:lnTo>
                  <a:pt x="203200" y="2387600"/>
                </a:lnTo>
                <a:cubicBezTo>
                  <a:pt x="90976" y="2387600"/>
                  <a:pt x="0" y="2296624"/>
                  <a:pt x="0" y="2184400"/>
                </a:cubicBezTo>
                <a:lnTo>
                  <a:pt x="0" y="203200"/>
                </a:lnTo>
                <a:close/>
              </a:path>
            </a:pathLst>
          </a:custGeom>
        </p:spPr>
      </p:pic>
      <p:sp>
        <p:nvSpPr>
          <p:cNvPr id="4" name="装饰  2"/>
          <p:cNvSpPr>
            <a:spLocks noGrp="1"/>
          </p:cNvSpPr>
          <p:nvPr>
            <p:ph type="body" idx="16391"/>
            <p:custDataLst>
              <p:tags r:id="rId4"/>
            </p:custDataLst>
          </p:nvPr>
        </p:nvSpPr>
        <p:spPr/>
        <p:txBody>
          <a:bodyPr/>
          <a:p>
            <a:r>
              <a:rPr lang="zh-CN" altLang="en-US"/>
              <a:t> </a:t>
            </a:r>
            <a:endParaRPr lang="zh-CN" altLang="en-US"/>
          </a:p>
        </p:txBody>
      </p:sp>
      <p:sp>
        <p:nvSpPr>
          <p:cNvPr id="5" name="文本占位符 4"/>
          <p:cNvSpPr>
            <a:spLocks noGrp="1"/>
          </p:cNvSpPr>
          <p:nvPr>
            <p:ph type="body" idx="16386"/>
            <p:custDataLst>
              <p:tags r:id="rId5"/>
            </p:custDataLst>
          </p:nvPr>
        </p:nvSpPr>
        <p:spPr/>
        <p:txBody>
          <a:bodyPr/>
          <a:p>
            <a:r>
              <a:rPr lang="zh-CN" altLang="en-US"/>
              <a:t>Check Persona and Context</a:t>
            </a:r>
            <a:endParaRPr lang="zh-CN" altLang="en-US"/>
          </a:p>
        </p:txBody>
      </p:sp>
      <p:sp>
        <p:nvSpPr>
          <p:cNvPr id="6" name="文本占位符 5"/>
          <p:cNvSpPr>
            <a:spLocks noGrp="1"/>
          </p:cNvSpPr>
          <p:nvPr>
            <p:ph type="body" idx="16387"/>
            <p:custDataLst>
              <p:tags r:id="rId6"/>
            </p:custDataLst>
          </p:nvPr>
        </p:nvSpPr>
        <p:spPr/>
        <p:txBody>
          <a:bodyPr/>
          <a:p>
            <a:r>
              <a:rPr lang="zh-CN" altLang="en-US"/>
              <a:t>Review the framework to ensure it aligns with the intended persona and context for optimal performance.</a:t>
            </a:r>
            <a:endParaRPr lang="zh-CN" altLang="en-US"/>
          </a:p>
        </p:txBody>
      </p:sp>
      <p:sp>
        <p:nvSpPr>
          <p:cNvPr id="7" name="装饰  5"/>
          <p:cNvSpPr>
            <a:spLocks noGrp="1"/>
          </p:cNvSpPr>
          <p:nvPr>
            <p:ph type="body" idx="16392"/>
            <p:custDataLst>
              <p:tags r:id="rId7"/>
            </p:custDataLst>
          </p:nvPr>
        </p:nvSpPr>
        <p:spPr/>
        <p:txBody>
          <a:bodyPr/>
          <a:p>
            <a:r>
              <a:rPr lang="zh-CN" altLang="en-US"/>
              <a:t> </a:t>
            </a:r>
            <a:endParaRPr lang="zh-CN" altLang="en-US"/>
          </a:p>
        </p:txBody>
      </p:sp>
      <p:sp>
        <p:nvSpPr>
          <p:cNvPr id="8" name="文本占位符 7"/>
          <p:cNvSpPr>
            <a:spLocks noGrp="1"/>
          </p:cNvSpPr>
          <p:nvPr>
            <p:ph type="body" idx="16388"/>
            <p:custDataLst>
              <p:tags r:id="rId8"/>
            </p:custDataLst>
          </p:nvPr>
        </p:nvSpPr>
        <p:spPr/>
        <p:txBody>
          <a:bodyPr/>
          <a:p>
            <a:r>
              <a:rPr lang="zh-CN" altLang="en-US"/>
              <a:t>Iterate for Improvement</a:t>
            </a:r>
            <a:endParaRPr lang="zh-CN" altLang="en-US"/>
          </a:p>
        </p:txBody>
      </p:sp>
      <p:sp>
        <p:nvSpPr>
          <p:cNvPr id="9" name="文本占位符 8"/>
          <p:cNvSpPr>
            <a:spLocks noGrp="1"/>
          </p:cNvSpPr>
          <p:nvPr>
            <p:ph type="body" idx="16389"/>
            <p:custDataLst>
              <p:tags r:id="rId9"/>
            </p:custDataLst>
          </p:nvPr>
        </p:nvSpPr>
        <p:spPr/>
        <p:txBody>
          <a:bodyPr/>
          <a:p>
            <a:r>
              <a:rPr lang="zh-CN" altLang="en-US"/>
              <a:t>Continuously revisit and refine the framework to adapt to new scenarios and improve AI application success.</a:t>
            </a:r>
            <a:endParaRPr lang="zh-CN" altLang="en-US"/>
          </a:p>
        </p:txBody>
      </p:sp>
    </p:spTree>
    <p:custDataLst>
      <p:tags r:id="rId10"/>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Separate Instructions</a:t>
            </a:r>
            <a:endParaRPr lang="zh-CN" altLang="en-US"/>
          </a:p>
        </p:txBody>
      </p:sp>
      <p:pic>
        <p:nvPicPr>
          <p:cNvPr id="3" name="内容占位符 2" descr="f2635210-c0f6-11f0-9100-c2c3cddcf38d"/>
          <p:cNvPicPr>
            <a:picLocks noChangeAspect="1"/>
          </p:cNvPicPr>
          <p:nvPr>
            <p:ph idx="16390"/>
            <p:custDataLst>
              <p:tags r:id="rId2"/>
            </p:custDataLst>
          </p:nvPr>
        </p:nvPicPr>
        <p:blipFill>
          <a:blip r:embed="rId3"/>
          <a:srcRect t="327" b="327"/>
          <a:stretch>
            <a:fillRect/>
          </a:stretch>
        </p:blipFill>
        <p:spPr>
          <a:xfrm>
            <a:off x="609600" y="609600"/>
            <a:ext cx="10972800" cy="3251200"/>
          </a:xfrm>
          <a:custGeom>
            <a:avLst/>
            <a:gdLst>
              <a:gd name="connisteX0" fmla="*/ 0 w 10972800"/>
              <a:gd name="connsiteY0" fmla="*/ 203200 h 3251200"/>
              <a:gd name="connisteX1" fmla="*/ 203200 w 10972800"/>
              <a:gd name="connsiteY1" fmla="*/ 0 h 3251200"/>
              <a:gd name="connisteX2" fmla="*/ 10769600 w 10972800"/>
              <a:gd name="connsiteY2" fmla="*/ 0 h 3251200"/>
              <a:gd name="connisteX3" fmla="*/ 10972800 w 10972800"/>
              <a:gd name="connsiteY3" fmla="*/ 203200 h 3251200"/>
              <a:gd name="connisteX4" fmla="*/ 10972800 w 10972800"/>
              <a:gd name="connsiteY4" fmla="*/ 3048000 h 3251200"/>
              <a:gd name="connisteX5" fmla="*/ 10769600 w 10972800"/>
              <a:gd name="connsiteY5" fmla="*/ 3251200 h 3251200"/>
              <a:gd name="connisteX6" fmla="*/ 203200 w 10972800"/>
              <a:gd name="connsiteY6" fmla="*/ 3251200 h 3251200"/>
              <a:gd name="connisteX7" fmla="*/ 0 w 10972800"/>
              <a:gd name="connsiteY7" fmla="*/ 3048000 h 3251200"/>
              <a:gd name="connisteX8" fmla="*/ 0 w 10972800"/>
              <a:gd name="connsiteY8" fmla="*/ 203200 h 3251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3251200">
                <a:moveTo>
                  <a:pt x="0" y="203200"/>
                </a:moveTo>
                <a:cubicBezTo>
                  <a:pt x="0" y="90976"/>
                  <a:pt x="90976" y="0"/>
                  <a:pt x="203200" y="0"/>
                </a:cubicBezTo>
                <a:lnTo>
                  <a:pt x="10769600" y="0"/>
                </a:lnTo>
                <a:cubicBezTo>
                  <a:pt x="10881824" y="0"/>
                  <a:pt x="10972800" y="90976"/>
                  <a:pt x="10972800" y="203200"/>
                </a:cubicBezTo>
                <a:lnTo>
                  <a:pt x="10972800" y="3048000"/>
                </a:lnTo>
                <a:cubicBezTo>
                  <a:pt x="10972800" y="3160224"/>
                  <a:pt x="10881824" y="3251200"/>
                  <a:pt x="10769600" y="3251200"/>
                </a:cubicBezTo>
                <a:lnTo>
                  <a:pt x="203200" y="3251200"/>
                </a:lnTo>
                <a:cubicBezTo>
                  <a:pt x="90976" y="3251200"/>
                  <a:pt x="0" y="3160224"/>
                  <a:pt x="0" y="3048000"/>
                </a:cubicBezTo>
                <a:lnTo>
                  <a:pt x="0" y="203200"/>
                </a:lnTo>
                <a:close/>
              </a:path>
            </a:pathLst>
          </a:custGeom>
        </p:spPr>
      </p:pic>
      <p:sp>
        <p:nvSpPr>
          <p:cNvPr id="4" name="文本占位符 3"/>
          <p:cNvSpPr>
            <a:spLocks noGrp="1"/>
          </p:cNvSpPr>
          <p:nvPr>
            <p:ph type="body" idx="16386"/>
            <p:custDataLst>
              <p:tags r:id="rId4"/>
            </p:custDataLst>
          </p:nvPr>
        </p:nvSpPr>
        <p:spPr/>
        <p:txBody>
          <a:bodyPr>
            <a:normAutofit fontScale="80000"/>
          </a:bodyPr>
          <a:p>
            <a:r>
              <a:rPr lang="zh-CN" altLang="en-US"/>
              <a:t>Break Down Complexity</a:t>
            </a:r>
            <a:endParaRPr lang="zh-CN" altLang="en-US"/>
          </a:p>
        </p:txBody>
      </p:sp>
      <p:sp>
        <p:nvSpPr>
          <p:cNvPr id="5" name="文本占位符 4"/>
          <p:cNvSpPr>
            <a:spLocks noGrp="1"/>
          </p:cNvSpPr>
          <p:nvPr>
            <p:ph type="body" idx="16387"/>
            <p:custDataLst>
              <p:tags r:id="rId5"/>
            </p:custDataLst>
          </p:nvPr>
        </p:nvSpPr>
        <p:spPr/>
        <p:txBody>
          <a:bodyPr/>
          <a:p>
            <a:r>
              <a:rPr lang="zh-CN" altLang="en-US"/>
              <a:t>Divide complex tasks into smaller, manageable steps to simplify the instruction process for AI.</a:t>
            </a:r>
            <a:endParaRPr lang="zh-CN" altLang="en-US"/>
          </a:p>
        </p:txBody>
      </p:sp>
      <p:sp>
        <p:nvSpPr>
          <p:cNvPr id="6" name="文本占位符 5"/>
          <p:cNvSpPr>
            <a:spLocks noGrp="1"/>
          </p:cNvSpPr>
          <p:nvPr>
            <p:ph type="body" idx="16388"/>
            <p:custDataLst>
              <p:tags r:id="rId6"/>
            </p:custDataLst>
          </p:nvPr>
        </p:nvSpPr>
        <p:spPr/>
        <p:txBody>
          <a:bodyPr/>
          <a:p>
            <a:r>
              <a:rPr lang="zh-CN" altLang="en-US" sz="1900"/>
              <a:t>Enhance Clarity</a:t>
            </a:r>
            <a:endParaRPr lang="zh-CN" altLang="en-US" sz="1900"/>
          </a:p>
        </p:txBody>
      </p:sp>
      <p:sp>
        <p:nvSpPr>
          <p:cNvPr id="7" name="文本占位符 6"/>
          <p:cNvSpPr>
            <a:spLocks noGrp="1"/>
          </p:cNvSpPr>
          <p:nvPr>
            <p:ph type="body" idx="16389"/>
            <p:custDataLst>
              <p:tags r:id="rId7"/>
            </p:custDataLst>
          </p:nvPr>
        </p:nvSpPr>
        <p:spPr/>
        <p:txBody>
          <a:bodyPr/>
          <a:p>
            <a:r>
              <a:rPr lang="zh-CN" altLang="en-US"/>
              <a:t>Clear, concise instructions help AI understand and execute tasks more effectively.</a:t>
            </a:r>
            <a:endParaRPr lang="zh-CN" altLang="en-US"/>
          </a:p>
        </p:txBody>
      </p:sp>
    </p:spTree>
    <p:custDataLst>
      <p:tags r:id="rId8"/>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Analogous Tasks</a:t>
            </a:r>
            <a:endParaRPr lang="zh-CN" altLang="en-US"/>
          </a:p>
        </p:txBody>
      </p:sp>
      <p:sp>
        <p:nvSpPr>
          <p:cNvPr id="3" name="文本占位符 2"/>
          <p:cNvSpPr>
            <a:spLocks noGrp="1"/>
          </p:cNvSpPr>
          <p:nvPr>
            <p:ph type="body" idx="16386"/>
            <p:custDataLst>
              <p:tags r:id="rId2"/>
            </p:custDataLst>
          </p:nvPr>
        </p:nvSpPr>
        <p:spPr/>
        <p:txBody>
          <a:bodyPr/>
          <a:p>
            <a:r>
              <a:rPr lang="zh-CN" altLang="en-US"/>
              <a:t>Rephrase the Request</a:t>
            </a:r>
            <a:endParaRPr lang="zh-CN" altLang="en-US"/>
          </a:p>
        </p:txBody>
      </p:sp>
      <p:sp>
        <p:nvSpPr>
          <p:cNvPr id="4" name="文本占位符 3"/>
          <p:cNvSpPr>
            <a:spLocks noGrp="1"/>
          </p:cNvSpPr>
          <p:nvPr>
            <p:ph type="body" idx="16387"/>
            <p:custDataLst>
              <p:tags r:id="rId3"/>
            </p:custDataLst>
          </p:nvPr>
        </p:nvSpPr>
        <p:spPr/>
        <p:txBody>
          <a:bodyPr/>
          <a:p>
            <a:r>
              <a:rPr lang="zh-CN" altLang="en-US"/>
              <a:t>Change the wording of the task to a more suitable form, such as asking for a "story" instead of a "plan."</a:t>
            </a:r>
            <a:endParaRPr lang="zh-CN" altLang="en-US"/>
          </a:p>
        </p:txBody>
      </p:sp>
      <p:sp>
        <p:nvSpPr>
          <p:cNvPr id="5" name="文本占位符 4"/>
          <p:cNvSpPr>
            <a:spLocks noGrp="1"/>
          </p:cNvSpPr>
          <p:nvPr>
            <p:ph type="body" idx="16388"/>
            <p:custDataLst>
              <p:tags r:id="rId4"/>
            </p:custDataLst>
          </p:nvPr>
        </p:nvSpPr>
        <p:spPr/>
        <p:txBody>
          <a:bodyPr/>
          <a:p>
            <a:r>
              <a:rPr lang="zh-CN" altLang="en-US"/>
              <a:t>Improve Task Understanding</a:t>
            </a:r>
            <a:endParaRPr lang="zh-CN" altLang="en-US"/>
          </a:p>
        </p:txBody>
      </p:sp>
      <p:sp>
        <p:nvSpPr>
          <p:cNvPr id="6" name="文本占位符 5"/>
          <p:cNvSpPr>
            <a:spLocks noGrp="1"/>
          </p:cNvSpPr>
          <p:nvPr>
            <p:ph type="body" idx="16389"/>
            <p:custDataLst>
              <p:tags r:id="rId5"/>
            </p:custDataLst>
          </p:nvPr>
        </p:nvSpPr>
        <p:spPr/>
        <p:txBody>
          <a:bodyPr/>
          <a:p>
            <a:r>
              <a:rPr lang="zh-CN" altLang="en-US"/>
              <a:t>Using analogous tasks can help AI grasp the essence of the task and provide more relevant outputs.</a:t>
            </a:r>
            <a:endParaRPr lang="zh-CN" altLang="en-US"/>
          </a:p>
        </p:txBody>
      </p:sp>
    </p:spTree>
    <p:custDataLst>
      <p:tags r:id="rId6"/>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Introduce Constraints</a:t>
            </a:r>
            <a:endParaRPr lang="zh-CN" altLang="en-US"/>
          </a:p>
        </p:txBody>
      </p:sp>
      <p:pic>
        <p:nvPicPr>
          <p:cNvPr id="10" name="图片占位符 9" descr="1"/>
          <p:cNvPicPr>
            <a:picLocks noChangeAspect="1"/>
          </p:cNvPicPr>
          <p:nvPr>
            <p:ph type="pic" idx="16390"/>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2438400" y="2108200"/>
            <a:ext cx="1524000" cy="1524000"/>
          </a:xfrm>
          <a:prstGeom prst="rect">
            <a:avLst/>
          </a:prstGeom>
        </p:spPr>
      </p:pic>
      <p:sp>
        <p:nvSpPr>
          <p:cNvPr id="4" name="文本占位符 3"/>
          <p:cNvSpPr>
            <a:spLocks noGrp="1"/>
          </p:cNvSpPr>
          <p:nvPr>
            <p:ph type="body" idx="16386"/>
            <p:custDataLst>
              <p:tags r:id="rId5"/>
            </p:custDataLst>
          </p:nvPr>
        </p:nvSpPr>
        <p:spPr/>
        <p:txBody>
          <a:bodyPr/>
          <a:p>
            <a:r>
              <a:rPr lang="zh-CN" altLang="en-US"/>
              <a:t>Narrow the Focus</a:t>
            </a:r>
            <a:endParaRPr lang="zh-CN" altLang="en-US"/>
          </a:p>
        </p:txBody>
      </p:sp>
      <p:sp>
        <p:nvSpPr>
          <p:cNvPr id="5" name="文本占位符 4"/>
          <p:cNvSpPr>
            <a:spLocks noGrp="1"/>
          </p:cNvSpPr>
          <p:nvPr>
            <p:ph type="body" idx="16387"/>
            <p:custDataLst>
              <p:tags r:id="rId6"/>
            </p:custDataLst>
          </p:nvPr>
        </p:nvSpPr>
        <p:spPr/>
        <p:txBody>
          <a:bodyPr/>
          <a:p>
            <a:r>
              <a:rPr lang="zh-CN" altLang="en-US"/>
              <a:t>Introducing constraints helps to limit the scope of the task, which can lead to higher quality outputs.</a:t>
            </a:r>
            <a:endParaRPr lang="zh-CN" altLang="en-US"/>
          </a:p>
        </p:txBody>
      </p:sp>
      <p:pic>
        <p:nvPicPr>
          <p:cNvPr id="9" name="图片占位符 8" descr="2"/>
          <p:cNvPicPr>
            <a:picLocks noChangeAspect="1"/>
          </p:cNvPicPr>
          <p:nvPr>
            <p:ph type="pic" idx="16391"/>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8229600" y="2108200"/>
            <a:ext cx="1524000" cy="1524000"/>
          </a:xfrm>
          <a:prstGeom prst="rect">
            <a:avLst/>
          </a:prstGeom>
        </p:spPr>
      </p:pic>
      <p:sp>
        <p:nvSpPr>
          <p:cNvPr id="7" name="文本占位符 6"/>
          <p:cNvSpPr>
            <a:spLocks noGrp="1"/>
          </p:cNvSpPr>
          <p:nvPr>
            <p:ph type="body" idx="16388"/>
            <p:custDataLst>
              <p:tags r:id="rId10"/>
            </p:custDataLst>
          </p:nvPr>
        </p:nvSpPr>
        <p:spPr/>
        <p:txBody>
          <a:bodyPr/>
          <a:p>
            <a:r>
              <a:rPr lang="zh-CN" altLang="en-US"/>
              <a:t>Improve Quality of Output</a:t>
            </a:r>
            <a:endParaRPr lang="zh-CN" altLang="en-US"/>
          </a:p>
        </p:txBody>
      </p:sp>
      <p:sp>
        <p:nvSpPr>
          <p:cNvPr id="8" name="文本占位符 7"/>
          <p:cNvSpPr>
            <a:spLocks noGrp="1"/>
          </p:cNvSpPr>
          <p:nvPr>
            <p:ph type="body" idx="16389"/>
            <p:custDataLst>
              <p:tags r:id="rId11"/>
            </p:custDataLst>
          </p:nvPr>
        </p:nvSpPr>
        <p:spPr/>
        <p:txBody>
          <a:bodyPr/>
          <a:p>
            <a:r>
              <a:rPr lang="zh-CN" altLang="en-US"/>
              <a:t>By narrowing the focus, AI can concentrate on specific aspects of the task, potentially increasing the precision and accuracy of its responses.</a:t>
            </a:r>
            <a:endParaRPr lang="zh-CN" altLang="en-US"/>
          </a:p>
        </p:txBody>
      </p:sp>
    </p:spTree>
    <p:custDataLst>
      <p:tags r:id="rId1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6388"/>
            <p:custDataLst>
              <p:tags r:id="rId1"/>
            </p:custDataLst>
          </p:nvPr>
        </p:nvSpPr>
        <p:spPr/>
        <p:txBody>
          <a:bodyPr/>
          <a:p>
            <a:r>
              <a:rPr lang="zh-CN" altLang="en-US"/>
              <a:t>Advanced Techniques &amp; AI Agents</a:t>
            </a:r>
            <a:endParaRPr lang="zh-CN" altLang="en-US"/>
          </a:p>
        </p:txBody>
      </p:sp>
      <p:sp>
        <p:nvSpPr>
          <p:cNvPr id="3" name="节编号 3"/>
          <p:cNvSpPr>
            <a:spLocks noGrp="1"/>
          </p:cNvSpPr>
          <p:nvPr>
            <p:ph type="body" sz="quarter" idx="16389"/>
            <p:custDataLst>
              <p:tags r:id="rId2"/>
            </p:custDataLst>
          </p:nvPr>
        </p:nvSpPr>
        <p:spPr/>
        <p:txBody>
          <a:bodyPr/>
          <a:p>
            <a:r>
              <a:rPr lang="zh-CN" altLang="en-US"/>
              <a:t>04</a:t>
            </a:r>
            <a:endParaRPr lang="zh-CN" altLang="en-US"/>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Advanced Prompting Methods</a:t>
            </a:r>
            <a:endParaRPr lang="zh-CN" altLang="en-US"/>
          </a:p>
        </p:txBody>
      </p:sp>
      <p:pic>
        <p:nvPicPr>
          <p:cNvPr id="3" name="内容占位符 2" descr="f2a6a1e6-c0f6-11f0-982b-1e494b851bb2"/>
          <p:cNvPicPr>
            <a:picLocks noChangeAspect="1"/>
          </p:cNvPicPr>
          <p:nvPr>
            <p:ph idx="16392"/>
            <p:custDataLst>
              <p:tags r:id="rId2"/>
            </p:custDataLst>
          </p:nvPr>
        </p:nvPicPr>
        <p:blipFill>
          <a:blip r:embed="rId3"/>
          <a:srcRect t="1006" b="1006"/>
          <a:stretch>
            <a:fillRect/>
          </a:stretch>
        </p:blipFill>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p:spPr>
      </p:pic>
      <p:sp>
        <p:nvSpPr>
          <p:cNvPr id="4" name="文本占位符 3"/>
          <p:cNvSpPr>
            <a:spLocks noGrp="1"/>
          </p:cNvSpPr>
          <p:nvPr>
            <p:ph type="body" idx="16386"/>
            <p:custDataLst>
              <p:tags r:id="rId4"/>
            </p:custDataLst>
          </p:nvPr>
        </p:nvSpPr>
        <p:spPr/>
        <p:txBody>
          <a:bodyPr/>
          <a:p>
            <a:r>
              <a:rPr lang="zh-CN" altLang="en-US"/>
              <a:t>Prompt Chaining</a:t>
            </a:r>
            <a:endParaRPr lang="zh-CN" altLang="en-US"/>
          </a:p>
        </p:txBody>
      </p:sp>
      <p:sp>
        <p:nvSpPr>
          <p:cNvPr id="5" name="文本占位符 4"/>
          <p:cNvSpPr>
            <a:spLocks noGrp="1"/>
          </p:cNvSpPr>
          <p:nvPr>
            <p:ph type="body" idx="16387"/>
            <p:custDataLst>
              <p:tags r:id="rId5"/>
            </p:custDataLst>
          </p:nvPr>
        </p:nvSpPr>
        <p:spPr/>
        <p:txBody>
          <a:bodyPr/>
          <a:p>
            <a:r>
              <a:rPr lang="zh-CN" altLang="en-US"/>
              <a:t>Sequential, multi-step process to guide AI through complex tasks.</a:t>
            </a:r>
            <a:endParaRPr lang="zh-CN" altLang="en-US"/>
          </a:p>
        </p:txBody>
      </p:sp>
      <p:sp>
        <p:nvSpPr>
          <p:cNvPr id="6" name="文本占位符 5"/>
          <p:cNvSpPr>
            <a:spLocks noGrp="1"/>
          </p:cNvSpPr>
          <p:nvPr>
            <p:ph type="body" idx="16388"/>
            <p:custDataLst>
              <p:tags r:id="rId6"/>
            </p:custDataLst>
          </p:nvPr>
        </p:nvSpPr>
        <p:spPr/>
        <p:txBody>
          <a:bodyPr/>
          <a:p>
            <a:r>
              <a:rPr lang="zh-CN" altLang="en-US"/>
              <a:t>Chain of Thought (CoT)</a:t>
            </a:r>
            <a:endParaRPr lang="zh-CN" altLang="en-US"/>
          </a:p>
        </p:txBody>
      </p:sp>
      <p:sp>
        <p:nvSpPr>
          <p:cNvPr id="7" name="文本占位符 6"/>
          <p:cNvSpPr>
            <a:spLocks noGrp="1"/>
          </p:cNvSpPr>
          <p:nvPr>
            <p:ph type="body" idx="16389"/>
            <p:custDataLst>
              <p:tags r:id="rId7"/>
            </p:custDataLst>
          </p:nvPr>
        </p:nvSpPr>
        <p:spPr/>
        <p:txBody>
          <a:bodyPr/>
          <a:p>
            <a:r>
              <a:rPr lang="zh-CN" altLang="en-US"/>
              <a:t>Request step-by-step reasoning to enhance understanding and output quality.</a:t>
            </a:r>
            <a:endParaRPr lang="zh-CN" altLang="en-US"/>
          </a:p>
        </p:txBody>
      </p:sp>
      <p:sp>
        <p:nvSpPr>
          <p:cNvPr id="8" name="文本占位符 7"/>
          <p:cNvSpPr>
            <a:spLocks noGrp="1"/>
          </p:cNvSpPr>
          <p:nvPr>
            <p:ph type="body" idx="16390"/>
            <p:custDataLst>
              <p:tags r:id="rId8"/>
            </p:custDataLst>
          </p:nvPr>
        </p:nvSpPr>
        <p:spPr/>
        <p:txBody>
          <a:bodyPr/>
          <a:p>
            <a:r>
              <a:rPr lang="zh-CN" altLang="en-US"/>
              <a:t>Tree of Thought (ToT)</a:t>
            </a:r>
            <a:endParaRPr lang="zh-CN" altLang="en-US"/>
          </a:p>
        </p:txBody>
      </p:sp>
      <p:sp>
        <p:nvSpPr>
          <p:cNvPr id="9" name="文本占位符 8"/>
          <p:cNvSpPr>
            <a:spLocks noGrp="1"/>
          </p:cNvSpPr>
          <p:nvPr>
            <p:ph type="body" idx="16391"/>
            <p:custDataLst>
              <p:tags r:id="rId9"/>
            </p:custDataLst>
          </p:nvPr>
        </p:nvSpPr>
        <p:spPr/>
        <p:txBody>
          <a:bodyPr/>
          <a:p>
            <a:r>
              <a:rPr lang="zh-CN" altLang="en-US"/>
              <a:t>Explore multiple solution paths for complex tasks to find the best approach.</a:t>
            </a:r>
            <a:endParaRPr lang="zh-CN" altLang="en-US"/>
          </a:p>
        </p:txBody>
      </p:sp>
    </p:spTree>
    <p:custDataLst>
      <p:tags r:id="rId10"/>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Prompt Chaining</a:t>
            </a:r>
            <a:endParaRPr lang="zh-CN" altLang="en-US"/>
          </a:p>
        </p:txBody>
      </p:sp>
      <p:pic>
        <p:nvPicPr>
          <p:cNvPr id="3" name="内容占位符 2" descr="f2a1fecc-c0f6-11f0-837d-42cbb45f56bf"/>
          <p:cNvPicPr>
            <a:picLocks noChangeAspect="1"/>
          </p:cNvPicPr>
          <p:nvPr>
            <p:ph idx="16390"/>
            <p:custDataLst>
              <p:tags r:id="rId2"/>
            </p:custDataLst>
          </p:nvPr>
        </p:nvPicPr>
        <p:blipFill>
          <a:blip r:embed="rId3"/>
          <a:srcRect t="1298" b="1298"/>
          <a:stretch>
            <a:fillRect/>
          </a:stretch>
        </p:blipFill>
        <p:spPr>
          <a:xfrm>
            <a:off x="609600" y="1524000"/>
            <a:ext cx="10972800" cy="2184400"/>
          </a:xfrm>
          <a:custGeom>
            <a:avLst/>
            <a:gdLst>
              <a:gd name="connisteX0" fmla="*/ 0 w 10972800"/>
              <a:gd name="connsiteY0" fmla="*/ 203200 h 2184400"/>
              <a:gd name="connisteX1" fmla="*/ 203200 w 10972800"/>
              <a:gd name="connsiteY1" fmla="*/ 0 h 2184400"/>
              <a:gd name="connisteX2" fmla="*/ 10769600 w 10972800"/>
              <a:gd name="connsiteY2" fmla="*/ 0 h 2184400"/>
              <a:gd name="connisteX3" fmla="*/ 10972800 w 10972800"/>
              <a:gd name="connsiteY3" fmla="*/ 203200 h 2184400"/>
              <a:gd name="connisteX4" fmla="*/ 10972800 w 10972800"/>
              <a:gd name="connsiteY4" fmla="*/ 1981200 h 2184400"/>
              <a:gd name="connisteX5" fmla="*/ 10769600 w 10972800"/>
              <a:gd name="connsiteY5" fmla="*/ 2184400 h 2184400"/>
              <a:gd name="connisteX6" fmla="*/ 203200 w 10972800"/>
              <a:gd name="connsiteY6" fmla="*/ 2184400 h 2184400"/>
              <a:gd name="connisteX7" fmla="*/ 0 w 10972800"/>
              <a:gd name="connsiteY7" fmla="*/ 1981200 h 2184400"/>
              <a:gd name="connisteX8" fmla="*/ 0 w 10972800"/>
              <a:gd name="connsiteY8" fmla="*/ 203200 h 218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184400">
                <a:moveTo>
                  <a:pt x="0" y="203200"/>
                </a:moveTo>
                <a:cubicBezTo>
                  <a:pt x="0" y="90976"/>
                  <a:pt x="90976" y="0"/>
                  <a:pt x="203200" y="0"/>
                </a:cubicBezTo>
                <a:lnTo>
                  <a:pt x="10769600" y="0"/>
                </a:lnTo>
                <a:cubicBezTo>
                  <a:pt x="10881824" y="0"/>
                  <a:pt x="10972800" y="90976"/>
                  <a:pt x="10972800" y="203200"/>
                </a:cubicBezTo>
                <a:lnTo>
                  <a:pt x="10972800" y="1981200"/>
                </a:lnTo>
                <a:cubicBezTo>
                  <a:pt x="10972800" y="2093424"/>
                  <a:pt x="10881824" y="2184400"/>
                  <a:pt x="10769600" y="2184400"/>
                </a:cubicBezTo>
                <a:lnTo>
                  <a:pt x="203200" y="2184400"/>
                </a:lnTo>
                <a:cubicBezTo>
                  <a:pt x="90976" y="2184400"/>
                  <a:pt x="0" y="2093424"/>
                  <a:pt x="0" y="1981200"/>
                </a:cubicBezTo>
                <a:lnTo>
                  <a:pt x="0" y="203200"/>
                </a:lnTo>
                <a:close/>
              </a:path>
            </a:pathLst>
          </a:custGeom>
        </p:spPr>
      </p:pic>
      <p:sp>
        <p:nvSpPr>
          <p:cNvPr id="4" name="文本占位符 3"/>
          <p:cNvSpPr>
            <a:spLocks noGrp="1"/>
          </p:cNvSpPr>
          <p:nvPr>
            <p:ph type="body" idx="16386"/>
            <p:custDataLst>
              <p:tags r:id="rId4"/>
            </p:custDataLst>
          </p:nvPr>
        </p:nvSpPr>
        <p:spPr/>
        <p:txBody>
          <a:bodyPr/>
          <a:p>
            <a:r>
              <a:rPr lang="zh-CN" altLang="en-US"/>
              <a:t>Sequential multi-step process</a:t>
            </a:r>
            <a:endParaRPr lang="zh-CN" altLang="en-US"/>
          </a:p>
        </p:txBody>
      </p:sp>
      <p:sp>
        <p:nvSpPr>
          <p:cNvPr id="5" name="文本占位符 4"/>
          <p:cNvSpPr>
            <a:spLocks noGrp="1"/>
          </p:cNvSpPr>
          <p:nvPr>
            <p:ph type="body" idx="16387"/>
            <p:custDataLst>
              <p:tags r:id="rId5"/>
            </p:custDataLst>
          </p:nvPr>
        </p:nvSpPr>
        <p:spPr/>
        <p:txBody>
          <a:bodyPr/>
          <a:p>
            <a:r>
              <a:rPr lang="zh-CN" altLang="en-US"/>
              <a:t>Guide AI through a series of steps to achieve a complex goal.</a:t>
            </a:r>
            <a:endParaRPr lang="zh-CN" altLang="en-US"/>
          </a:p>
        </p:txBody>
      </p:sp>
      <p:sp>
        <p:nvSpPr>
          <p:cNvPr id="6" name="文本占位符 5"/>
          <p:cNvSpPr>
            <a:spLocks noGrp="1"/>
          </p:cNvSpPr>
          <p:nvPr>
            <p:ph type="body" idx="16388"/>
            <p:custDataLst>
              <p:tags r:id="rId6"/>
            </p:custDataLst>
          </p:nvPr>
        </p:nvSpPr>
        <p:spPr/>
        <p:txBody>
          <a:bodyPr/>
          <a:p>
            <a:r>
              <a:rPr lang="zh-CN" altLang="en-US"/>
              <a:t>Enhance task completion</a:t>
            </a:r>
            <a:endParaRPr lang="zh-CN" altLang="en-US"/>
          </a:p>
        </p:txBody>
      </p:sp>
      <p:sp>
        <p:nvSpPr>
          <p:cNvPr id="7" name="文本占位符 6"/>
          <p:cNvSpPr>
            <a:spLocks noGrp="1"/>
          </p:cNvSpPr>
          <p:nvPr>
            <p:ph type="body" idx="16389"/>
            <p:custDataLst>
              <p:tags r:id="rId7"/>
            </p:custDataLst>
          </p:nvPr>
        </p:nvSpPr>
        <p:spPr/>
        <p:txBody>
          <a:bodyPr/>
          <a:p>
            <a:r>
              <a:rPr lang="zh-CN" altLang="en-US"/>
              <a:t>Ensure each step is completed correctly, leading to the final objective.</a:t>
            </a:r>
            <a:endParaRPr lang="zh-CN" altLang="en-US"/>
          </a:p>
        </p:txBody>
      </p:sp>
    </p:spTree>
    <p:custDataLst>
      <p:tags r:id="rId8"/>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Chain of Thought</a:t>
            </a:r>
            <a:endParaRPr lang="zh-CN" altLang="en-US"/>
          </a:p>
        </p:txBody>
      </p:sp>
      <p:sp>
        <p:nvSpPr>
          <p:cNvPr id="3" name="文本占位符 2"/>
          <p:cNvSpPr>
            <a:spLocks noGrp="1"/>
          </p:cNvSpPr>
          <p:nvPr>
            <p:ph type="body" idx="16386"/>
            <p:custDataLst>
              <p:tags r:id="rId2"/>
            </p:custDataLst>
          </p:nvPr>
        </p:nvSpPr>
        <p:spPr/>
        <p:txBody>
          <a:bodyPr/>
          <a:p>
            <a:r>
              <a:rPr lang="zh-CN" altLang="en-US"/>
              <a:t>Request step-by-step reasoning</a:t>
            </a:r>
            <a:endParaRPr lang="zh-CN" altLang="en-US"/>
          </a:p>
        </p:txBody>
      </p:sp>
      <p:sp>
        <p:nvSpPr>
          <p:cNvPr id="4" name="装饰  2"/>
          <p:cNvSpPr>
            <a:spLocks noGrp="1"/>
          </p:cNvSpPr>
          <p:nvPr>
            <p:ph type="body" idx="16390"/>
            <p:custDataLst>
              <p:tags r:id="rId3"/>
            </p:custDataLst>
          </p:nvPr>
        </p:nvSpPr>
        <p:spPr/>
        <p:txBody>
          <a:bodyPr/>
          <a:p>
            <a:r>
              <a:rPr lang="zh-CN" altLang="en-US"/>
              <a:t> </a:t>
            </a:r>
            <a:endParaRPr lang="zh-CN" altLang="en-US"/>
          </a:p>
        </p:txBody>
      </p:sp>
      <p:sp>
        <p:nvSpPr>
          <p:cNvPr id="5" name="文本占位符 4"/>
          <p:cNvSpPr>
            <a:spLocks noGrp="1"/>
          </p:cNvSpPr>
          <p:nvPr>
            <p:ph type="body" idx="16387"/>
            <p:custDataLst>
              <p:tags r:id="rId4"/>
            </p:custDataLst>
          </p:nvPr>
        </p:nvSpPr>
        <p:spPr/>
        <p:txBody>
          <a:bodyPr/>
          <a:p>
            <a:r>
              <a:rPr lang="zh-CN" altLang="en-US"/>
              <a:t>AI provides reasoning behind each step, making the process transparent.</a:t>
            </a:r>
            <a:endParaRPr lang="zh-CN" altLang="en-US"/>
          </a:p>
        </p:txBody>
      </p:sp>
      <p:sp>
        <p:nvSpPr>
          <p:cNvPr id="6" name="文本占位符 5"/>
          <p:cNvSpPr>
            <a:spLocks noGrp="1"/>
          </p:cNvSpPr>
          <p:nvPr>
            <p:ph type="body" idx="16388"/>
            <p:custDataLst>
              <p:tags r:id="rId5"/>
            </p:custDataLst>
          </p:nvPr>
        </p:nvSpPr>
        <p:spPr/>
        <p:txBody>
          <a:bodyPr/>
          <a:p>
            <a:r>
              <a:rPr lang="zh-CN" altLang="en-US"/>
              <a:t>Improve understanding</a:t>
            </a:r>
            <a:endParaRPr lang="zh-CN" altLang="en-US"/>
          </a:p>
        </p:txBody>
      </p:sp>
      <p:sp>
        <p:nvSpPr>
          <p:cNvPr id="7" name="装饰  5"/>
          <p:cNvSpPr>
            <a:spLocks noGrp="1"/>
          </p:cNvSpPr>
          <p:nvPr>
            <p:ph type="body" idx="16391"/>
            <p:custDataLst>
              <p:tags r:id="rId6"/>
            </p:custDataLst>
          </p:nvPr>
        </p:nvSpPr>
        <p:spPr/>
        <p:txBody>
          <a:bodyPr/>
          <a:p>
            <a:r>
              <a:rPr lang="zh-CN" altLang="en-US"/>
              <a:t> </a:t>
            </a:r>
            <a:endParaRPr lang="zh-CN" altLang="en-US"/>
          </a:p>
        </p:txBody>
      </p:sp>
      <p:sp>
        <p:nvSpPr>
          <p:cNvPr id="8" name="文本占位符 7"/>
          <p:cNvSpPr>
            <a:spLocks noGrp="1"/>
          </p:cNvSpPr>
          <p:nvPr>
            <p:ph type="body" idx="16389"/>
            <p:custDataLst>
              <p:tags r:id="rId7"/>
            </p:custDataLst>
          </p:nvPr>
        </p:nvSpPr>
        <p:spPr/>
        <p:txBody>
          <a:bodyPr/>
          <a:p>
            <a:r>
              <a:rPr lang="zh-CN" altLang="en-US"/>
              <a:t>Allows for better comprehension of the AI's decision-making process.</a:t>
            </a:r>
            <a:endParaRPr lang="zh-CN" altLang="en-US"/>
          </a:p>
        </p:txBody>
      </p:sp>
    </p:spTree>
    <p:custDataLst>
      <p:tags r:id="rId8"/>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Tree of Thought</a:t>
            </a:r>
            <a:endParaRPr lang="zh-CN" altLang="en-US"/>
          </a:p>
        </p:txBody>
      </p:sp>
      <p:sp>
        <p:nvSpPr>
          <p:cNvPr id="3" name="装饰  1"/>
          <p:cNvSpPr>
            <a:spLocks noGrp="1"/>
          </p:cNvSpPr>
          <p:nvPr>
            <p:ph type="body" idx="16390"/>
            <p:custDataLst>
              <p:tags r:id="rId2"/>
            </p:custDataLst>
          </p:nvPr>
        </p:nvSpPr>
        <p:spPr/>
        <p:txBody>
          <a:bodyPr/>
          <a:p>
            <a:r>
              <a:rPr lang="zh-CN" altLang="en-US"/>
              <a:t> </a:t>
            </a:r>
            <a:endParaRPr lang="zh-CN" altLang="en-US"/>
          </a:p>
        </p:txBody>
      </p:sp>
      <p:pic>
        <p:nvPicPr>
          <p:cNvPr id="4" name="图片占位符 3" descr="f090ff49-c0f6-11f0-a48f-ea594b7588a4"/>
          <p:cNvPicPr>
            <a:picLocks noChangeAspect="1"/>
          </p:cNvPicPr>
          <p:nvPr>
            <p:ph type="pic" idx="16391"/>
            <p:custDataLst>
              <p:tags r:id="rId3"/>
            </p:custDataLst>
          </p:nvPr>
        </p:nvPicPr>
        <p:blipFill>
          <a:blip r:embed="rId4"/>
          <a:srcRect t="1096" b="1096"/>
          <a:stretch>
            <a:fillRect/>
          </a:stretch>
        </p:blipFill>
        <p:spPr>
          <a:xfrm>
            <a:off x="609600" y="1524000"/>
            <a:ext cx="4572000" cy="2209800"/>
          </a:xfrm>
          <a:custGeom>
            <a:avLst/>
            <a:gdLst>
              <a:gd name="connisteX0" fmla="*/ 0 w 4572000"/>
              <a:gd name="connsiteY0" fmla="*/ 203200 h 2209800"/>
              <a:gd name="connisteX1" fmla="*/ 203200 w 4572000"/>
              <a:gd name="connsiteY1" fmla="*/ 0 h 2209800"/>
              <a:gd name="connisteX2" fmla="*/ 4572000 w 4572000"/>
              <a:gd name="connsiteY2" fmla="*/ 0 h 2209800"/>
              <a:gd name="connisteX3" fmla="*/ 4572000 w 4572000"/>
              <a:gd name="connsiteY3" fmla="*/ 2209800 h 2209800"/>
              <a:gd name="connisteX4" fmla="*/ 203200 w 4572000"/>
              <a:gd name="connsiteY4" fmla="*/ 2209800 h 2209800"/>
              <a:gd name="connisteX5" fmla="*/ 0 w 4572000"/>
              <a:gd name="connsiteY5" fmla="*/ 2006600 h 2209800"/>
              <a:gd name="connisteX6" fmla="*/ 0 w 4572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4572000" h="2209800">
                <a:moveTo>
                  <a:pt x="0" y="203200"/>
                </a:moveTo>
                <a:cubicBezTo>
                  <a:pt x="0" y="90976"/>
                  <a:pt x="90976" y="0"/>
                  <a:pt x="203200" y="0"/>
                </a:cubicBezTo>
                <a:lnTo>
                  <a:pt x="4572000" y="0"/>
                </a:lnTo>
                <a:lnTo>
                  <a:pt x="4572000" y="2209800"/>
                </a:lnTo>
                <a:lnTo>
                  <a:pt x="203200" y="2209800"/>
                </a:lnTo>
                <a:cubicBezTo>
                  <a:pt x="90976" y="2209800"/>
                  <a:pt x="0" y="2118824"/>
                  <a:pt x="0" y="2006600"/>
                </a:cubicBezTo>
                <a:lnTo>
                  <a:pt x="0" y="203200"/>
                </a:lnTo>
                <a:close/>
              </a:path>
            </a:pathLst>
          </a:custGeom>
        </p:spPr>
      </p:pic>
      <p:sp>
        <p:nvSpPr>
          <p:cNvPr id="5" name="文本占位符 4"/>
          <p:cNvSpPr>
            <a:spLocks noGrp="1"/>
          </p:cNvSpPr>
          <p:nvPr>
            <p:ph type="body" idx="16386"/>
            <p:custDataLst>
              <p:tags r:id="rId5"/>
            </p:custDataLst>
          </p:nvPr>
        </p:nvSpPr>
        <p:spPr/>
        <p:txBody>
          <a:bodyPr/>
          <a:p>
            <a:r>
              <a:rPr lang="zh-CN" altLang="en-US"/>
              <a:t>Explore multiple solution paths</a:t>
            </a:r>
            <a:endParaRPr lang="zh-CN" altLang="en-US"/>
          </a:p>
        </p:txBody>
      </p:sp>
      <p:sp>
        <p:nvSpPr>
          <p:cNvPr id="6" name="文本占位符 5"/>
          <p:cNvSpPr>
            <a:spLocks noGrp="1"/>
          </p:cNvSpPr>
          <p:nvPr>
            <p:ph type="body" idx="16387"/>
            <p:custDataLst>
              <p:tags r:id="rId6"/>
            </p:custDataLst>
          </p:nvPr>
        </p:nvSpPr>
        <p:spPr/>
        <p:txBody>
          <a:bodyPr/>
          <a:p>
            <a:r>
              <a:rPr lang="zh-CN" altLang="en-US"/>
              <a:t>Consider various approaches to solve complex problems.</a:t>
            </a:r>
            <a:endParaRPr lang="zh-CN" altLang="en-US"/>
          </a:p>
        </p:txBody>
      </p:sp>
      <p:sp>
        <p:nvSpPr>
          <p:cNvPr id="7" name="装饰  5"/>
          <p:cNvSpPr>
            <a:spLocks noGrp="1"/>
          </p:cNvSpPr>
          <p:nvPr>
            <p:ph type="body" idx="16392"/>
            <p:custDataLst>
              <p:tags r:id="rId7"/>
            </p:custDataLst>
          </p:nvPr>
        </p:nvSpPr>
        <p:spPr/>
        <p:txBody>
          <a:bodyPr/>
          <a:p>
            <a:r>
              <a:rPr lang="zh-CN" altLang="en-US"/>
              <a:t> </a:t>
            </a:r>
            <a:endParaRPr lang="zh-CN" altLang="en-US"/>
          </a:p>
        </p:txBody>
      </p:sp>
      <p:pic>
        <p:nvPicPr>
          <p:cNvPr id="8" name="图片占位符 7" descr="f09102c3-c0f6-11f0-a48f-ea594b7588a4"/>
          <p:cNvPicPr>
            <a:picLocks noChangeAspect="1"/>
          </p:cNvPicPr>
          <p:nvPr>
            <p:ph type="pic" idx="16393"/>
            <p:custDataLst>
              <p:tags r:id="rId8"/>
            </p:custDataLst>
          </p:nvPr>
        </p:nvPicPr>
        <p:blipFill>
          <a:blip r:embed="rId9"/>
          <a:srcRect t="17778" b="17778"/>
          <a:stretch>
            <a:fillRect/>
          </a:stretch>
        </p:blipFill>
        <p:spPr>
          <a:xfrm>
            <a:off x="609600" y="4038600"/>
            <a:ext cx="4572000" cy="2209800"/>
          </a:xfrm>
          <a:custGeom>
            <a:avLst/>
            <a:gdLst>
              <a:gd name="connisteX0" fmla="*/ 0 w 4572000"/>
              <a:gd name="connsiteY0" fmla="*/ 203200 h 2209800"/>
              <a:gd name="connisteX1" fmla="*/ 203200 w 4572000"/>
              <a:gd name="connsiteY1" fmla="*/ 0 h 2209800"/>
              <a:gd name="connisteX2" fmla="*/ 4572000 w 4572000"/>
              <a:gd name="connsiteY2" fmla="*/ 0 h 2209800"/>
              <a:gd name="connisteX3" fmla="*/ 4572000 w 4572000"/>
              <a:gd name="connsiteY3" fmla="*/ 2209800 h 2209800"/>
              <a:gd name="connisteX4" fmla="*/ 203200 w 4572000"/>
              <a:gd name="connsiteY4" fmla="*/ 2209800 h 2209800"/>
              <a:gd name="connisteX5" fmla="*/ 0 w 4572000"/>
              <a:gd name="connsiteY5" fmla="*/ 2006600 h 2209800"/>
              <a:gd name="connisteX6" fmla="*/ 0 w 4572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4572000" h="2209800">
                <a:moveTo>
                  <a:pt x="0" y="203200"/>
                </a:moveTo>
                <a:cubicBezTo>
                  <a:pt x="0" y="90976"/>
                  <a:pt x="90976" y="0"/>
                  <a:pt x="203200" y="0"/>
                </a:cubicBezTo>
                <a:lnTo>
                  <a:pt x="4572000" y="0"/>
                </a:lnTo>
                <a:lnTo>
                  <a:pt x="4572000" y="2209800"/>
                </a:lnTo>
                <a:lnTo>
                  <a:pt x="203200" y="2209800"/>
                </a:lnTo>
                <a:cubicBezTo>
                  <a:pt x="90976" y="2209800"/>
                  <a:pt x="0" y="2118824"/>
                  <a:pt x="0" y="2006600"/>
                </a:cubicBezTo>
                <a:lnTo>
                  <a:pt x="0" y="203200"/>
                </a:lnTo>
                <a:close/>
              </a:path>
            </a:pathLst>
          </a:custGeom>
        </p:spPr>
      </p:pic>
      <p:sp>
        <p:nvSpPr>
          <p:cNvPr id="9" name="文本占位符 8"/>
          <p:cNvSpPr>
            <a:spLocks noGrp="1"/>
          </p:cNvSpPr>
          <p:nvPr>
            <p:ph type="body" idx="16388"/>
            <p:custDataLst>
              <p:tags r:id="rId10"/>
            </p:custDataLst>
          </p:nvPr>
        </p:nvSpPr>
        <p:spPr/>
        <p:txBody>
          <a:bodyPr/>
          <a:p>
            <a:r>
              <a:rPr lang="zh-CN" altLang="en-US"/>
              <a:t>Find the best approach</a:t>
            </a:r>
            <a:endParaRPr lang="zh-CN" altLang="en-US"/>
          </a:p>
        </p:txBody>
      </p:sp>
      <p:sp>
        <p:nvSpPr>
          <p:cNvPr id="10" name="文本占位符 9"/>
          <p:cNvSpPr>
            <a:spLocks noGrp="1"/>
          </p:cNvSpPr>
          <p:nvPr>
            <p:ph type="body" idx="16389"/>
            <p:custDataLst>
              <p:tags r:id="rId11"/>
            </p:custDataLst>
          </p:nvPr>
        </p:nvSpPr>
        <p:spPr/>
        <p:txBody>
          <a:bodyPr/>
          <a:p>
            <a:r>
              <a:rPr lang="zh-CN" altLang="en-US"/>
              <a:t>Determine the most effective solution from multiple options.</a:t>
            </a:r>
            <a:endParaRPr lang="zh-CN" altLang="en-US"/>
          </a:p>
        </p:txBody>
      </p:sp>
    </p:spTree>
    <p:custDataLst>
      <p:tags r:id="rId1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Designing AI Agents</a:t>
            </a:r>
            <a:endParaRPr lang="zh-CN" altLang="en-US"/>
          </a:p>
        </p:txBody>
      </p:sp>
      <p:pic>
        <p:nvPicPr>
          <p:cNvPr id="3" name="内容占位符 2" descr="f0092b65-c0f6-11f0-9ca3-ce79206ae555"/>
          <p:cNvPicPr>
            <a:picLocks noChangeAspect="1"/>
          </p:cNvPicPr>
          <p:nvPr>
            <p:ph idx="16390"/>
            <p:custDataLst>
              <p:tags r:id="rId2"/>
            </p:custDataLst>
          </p:nvPr>
        </p:nvPicPr>
        <p:blipFill>
          <a:blip r:embed="rId3"/>
          <a:srcRect t="1001" b="1001"/>
          <a:stretch>
            <a:fillRect/>
          </a:stretch>
        </p:blipFill>
        <p:spPr>
          <a:xfrm>
            <a:off x="609600" y="3454400"/>
            <a:ext cx="10972800" cy="2794000"/>
          </a:xfrm>
          <a:custGeom>
            <a:avLst/>
            <a:gdLst>
              <a:gd name="connisteX0" fmla="*/ 0 w 10972800"/>
              <a:gd name="connsiteY0" fmla="*/ 203200 h 2794000"/>
              <a:gd name="connisteX1" fmla="*/ 203200 w 10972800"/>
              <a:gd name="connsiteY1" fmla="*/ 0 h 2794000"/>
              <a:gd name="connisteX2" fmla="*/ 10769600 w 10972800"/>
              <a:gd name="connsiteY2" fmla="*/ 0 h 2794000"/>
              <a:gd name="connisteX3" fmla="*/ 10972800 w 10972800"/>
              <a:gd name="connsiteY3" fmla="*/ 203200 h 2794000"/>
              <a:gd name="connisteX4" fmla="*/ 10972800 w 10972800"/>
              <a:gd name="connsiteY4" fmla="*/ 2590800 h 2794000"/>
              <a:gd name="connisteX5" fmla="*/ 10769600 w 10972800"/>
              <a:gd name="connsiteY5" fmla="*/ 2794000 h 2794000"/>
              <a:gd name="connisteX6" fmla="*/ 203200 w 10972800"/>
              <a:gd name="connsiteY6" fmla="*/ 2794000 h 2794000"/>
              <a:gd name="connisteX7" fmla="*/ 0 w 10972800"/>
              <a:gd name="connsiteY7" fmla="*/ 2590800 h 2794000"/>
              <a:gd name="connisteX8" fmla="*/ 0 w 10972800"/>
              <a:gd name="connsiteY8" fmla="*/ 203200 h 279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794000">
                <a:moveTo>
                  <a:pt x="0" y="203200"/>
                </a:moveTo>
                <a:cubicBezTo>
                  <a:pt x="0" y="90976"/>
                  <a:pt x="90976" y="0"/>
                  <a:pt x="203200" y="0"/>
                </a:cubicBezTo>
                <a:lnTo>
                  <a:pt x="10769600" y="0"/>
                </a:lnTo>
                <a:cubicBezTo>
                  <a:pt x="10881824" y="0"/>
                  <a:pt x="10972800" y="90976"/>
                  <a:pt x="10972800" y="203200"/>
                </a:cubicBezTo>
                <a:lnTo>
                  <a:pt x="10972800" y="2590800"/>
                </a:lnTo>
                <a:cubicBezTo>
                  <a:pt x="10972800" y="2703024"/>
                  <a:pt x="10881824" y="2794000"/>
                  <a:pt x="10769600" y="2794000"/>
                </a:cubicBezTo>
                <a:lnTo>
                  <a:pt x="203200" y="2794000"/>
                </a:lnTo>
                <a:cubicBezTo>
                  <a:pt x="90976" y="2794000"/>
                  <a:pt x="0" y="2703024"/>
                  <a:pt x="0" y="2590800"/>
                </a:cubicBezTo>
                <a:lnTo>
                  <a:pt x="0" y="203200"/>
                </a:lnTo>
                <a:close/>
              </a:path>
            </a:pathLst>
          </a:custGeom>
        </p:spPr>
      </p:pic>
      <p:sp>
        <p:nvSpPr>
          <p:cNvPr id="4" name="装饰  2"/>
          <p:cNvSpPr>
            <a:spLocks noGrp="1"/>
          </p:cNvSpPr>
          <p:nvPr>
            <p:ph type="body" idx="16391"/>
            <p:custDataLst>
              <p:tags r:id="rId4"/>
            </p:custDataLst>
          </p:nvPr>
        </p:nvSpPr>
        <p:spPr/>
        <p:txBody>
          <a:bodyPr/>
          <a:p>
            <a:r>
              <a:rPr lang="zh-CN" altLang="en-US"/>
              <a:t> </a:t>
            </a:r>
            <a:endParaRPr lang="zh-CN" altLang="en-US"/>
          </a:p>
        </p:txBody>
      </p:sp>
      <p:sp>
        <p:nvSpPr>
          <p:cNvPr id="5" name="文本占位符 4"/>
          <p:cNvSpPr>
            <a:spLocks noGrp="1"/>
          </p:cNvSpPr>
          <p:nvPr>
            <p:ph type="body" idx="16386"/>
            <p:custDataLst>
              <p:tags r:id="rId5"/>
            </p:custDataLst>
          </p:nvPr>
        </p:nvSpPr>
        <p:spPr/>
        <p:txBody>
          <a:bodyPr/>
          <a:p>
            <a:r>
              <a:rPr lang="zh-CN" altLang="en-US"/>
              <a:t>Agent Simulation</a:t>
            </a:r>
            <a:endParaRPr lang="zh-CN" altLang="en-US"/>
          </a:p>
        </p:txBody>
      </p:sp>
      <p:sp>
        <p:nvSpPr>
          <p:cNvPr id="6" name="文本占位符 5"/>
          <p:cNvSpPr>
            <a:spLocks noGrp="1"/>
          </p:cNvSpPr>
          <p:nvPr>
            <p:ph type="body" idx="16387"/>
            <p:custDataLst>
              <p:tags r:id="rId6"/>
            </p:custDataLst>
          </p:nvPr>
        </p:nvSpPr>
        <p:spPr/>
        <p:txBody>
          <a:bodyPr/>
          <a:p>
            <a:r>
              <a:rPr lang="zh-CN" altLang="en-US"/>
              <a:t>Use simulations and role-playing to test and refine AI agent behaviors.</a:t>
            </a:r>
            <a:endParaRPr lang="zh-CN" altLang="en-US"/>
          </a:p>
        </p:txBody>
      </p:sp>
      <p:sp>
        <p:nvSpPr>
          <p:cNvPr id="7" name="装饰  5"/>
          <p:cNvSpPr>
            <a:spLocks noGrp="1"/>
          </p:cNvSpPr>
          <p:nvPr>
            <p:ph type="body" idx="16392"/>
            <p:custDataLst>
              <p:tags r:id="rId7"/>
            </p:custDataLst>
          </p:nvPr>
        </p:nvSpPr>
        <p:spPr/>
        <p:txBody>
          <a:bodyPr/>
          <a:p>
            <a:r>
              <a:rPr lang="zh-CN" altLang="en-US"/>
              <a:t> </a:t>
            </a:r>
            <a:endParaRPr lang="zh-CN" altLang="en-US"/>
          </a:p>
        </p:txBody>
      </p:sp>
      <p:sp>
        <p:nvSpPr>
          <p:cNvPr id="8" name="文本占位符 7"/>
          <p:cNvSpPr>
            <a:spLocks noGrp="1"/>
          </p:cNvSpPr>
          <p:nvPr>
            <p:ph type="body" idx="16388"/>
            <p:custDataLst>
              <p:tags r:id="rId8"/>
            </p:custDataLst>
          </p:nvPr>
        </p:nvSpPr>
        <p:spPr/>
        <p:txBody>
          <a:bodyPr/>
          <a:p>
            <a:r>
              <a:rPr lang="zh-CN" altLang="en-US"/>
              <a:t>Agent X</a:t>
            </a:r>
            <a:endParaRPr lang="zh-CN" altLang="en-US"/>
          </a:p>
        </p:txBody>
      </p:sp>
      <p:sp>
        <p:nvSpPr>
          <p:cNvPr id="9" name="文本占位符 8"/>
          <p:cNvSpPr>
            <a:spLocks noGrp="1"/>
          </p:cNvSpPr>
          <p:nvPr>
            <p:ph type="body" idx="16389"/>
            <p:custDataLst>
              <p:tags r:id="rId9"/>
            </p:custDataLst>
          </p:nvPr>
        </p:nvSpPr>
        <p:spPr/>
        <p:txBody>
          <a:bodyPr/>
          <a:p>
            <a:r>
              <a:rPr lang="zh-CN" altLang="en-US"/>
              <a:t>Incorporate expert feedback and consultation for specialized tasks.</a:t>
            </a:r>
            <a:endParaRPr lang="zh-CN" altLang="en-US"/>
          </a:p>
        </p:txBody>
      </p:sp>
    </p:spTree>
    <p:custDataLst>
      <p:tags r:id="rId10"/>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Agent Simulation</a:t>
            </a:r>
            <a:endParaRPr lang="zh-CN" altLang="en-US"/>
          </a:p>
        </p:txBody>
      </p:sp>
      <p:pic>
        <p:nvPicPr>
          <p:cNvPr id="3" name="内容占位符 2" descr="f3406778-c0f6-11f0-982b-1e494b851bb2"/>
          <p:cNvPicPr>
            <a:picLocks noChangeAspect="1"/>
          </p:cNvPicPr>
          <p:nvPr>
            <p:ph idx="16390"/>
            <p:custDataLst>
              <p:tags r:id="rId2"/>
            </p:custDataLst>
          </p:nvPr>
        </p:nvPicPr>
        <p:blipFill>
          <a:blip r:embed="rId3"/>
          <a:srcRect l="781" r="781"/>
          <a:stretch>
            <a:fillRect/>
          </a:stretch>
        </p:blipFill>
        <p:spPr>
          <a:xfrm>
            <a:off x="609600" y="1524000"/>
            <a:ext cx="5334000" cy="3251200"/>
          </a:xfrm>
          <a:custGeom>
            <a:avLst/>
            <a:gdLst>
              <a:gd name="connisteX0" fmla="*/ 0 w 5334000"/>
              <a:gd name="connsiteY0" fmla="*/ 203200 h 3251200"/>
              <a:gd name="connisteX1" fmla="*/ 203200 w 5334000"/>
              <a:gd name="connsiteY1" fmla="*/ 0 h 3251200"/>
              <a:gd name="connisteX2" fmla="*/ 5130800 w 5334000"/>
              <a:gd name="connsiteY2" fmla="*/ 0 h 3251200"/>
              <a:gd name="connisteX3" fmla="*/ 5334000 w 5334000"/>
              <a:gd name="connsiteY3" fmla="*/ 203200 h 3251200"/>
              <a:gd name="connisteX4" fmla="*/ 5334000 w 5334000"/>
              <a:gd name="connsiteY4" fmla="*/ 3048000 h 3251200"/>
              <a:gd name="connisteX5" fmla="*/ 5130800 w 5334000"/>
              <a:gd name="connsiteY5" fmla="*/ 3251200 h 3251200"/>
              <a:gd name="connisteX6" fmla="*/ 203200 w 5334000"/>
              <a:gd name="connsiteY6" fmla="*/ 3251200 h 3251200"/>
              <a:gd name="connisteX7" fmla="*/ 0 w 5334000"/>
              <a:gd name="connsiteY7" fmla="*/ 3048000 h 3251200"/>
              <a:gd name="connisteX8" fmla="*/ 0 w 5334000"/>
              <a:gd name="connsiteY8" fmla="*/ 203200 h 3251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3251200">
                <a:moveTo>
                  <a:pt x="0" y="203200"/>
                </a:moveTo>
                <a:cubicBezTo>
                  <a:pt x="0" y="90976"/>
                  <a:pt x="90976" y="0"/>
                  <a:pt x="203200" y="0"/>
                </a:cubicBezTo>
                <a:lnTo>
                  <a:pt x="5130800" y="0"/>
                </a:lnTo>
                <a:cubicBezTo>
                  <a:pt x="5243024" y="0"/>
                  <a:pt x="5334000" y="90976"/>
                  <a:pt x="5334000" y="203200"/>
                </a:cubicBezTo>
                <a:lnTo>
                  <a:pt x="5334000" y="3048000"/>
                </a:lnTo>
                <a:cubicBezTo>
                  <a:pt x="5334000" y="3160224"/>
                  <a:pt x="5243024" y="3251200"/>
                  <a:pt x="5130800" y="3251200"/>
                </a:cubicBezTo>
                <a:lnTo>
                  <a:pt x="203200" y="3251200"/>
                </a:lnTo>
                <a:cubicBezTo>
                  <a:pt x="90976" y="3251200"/>
                  <a:pt x="0" y="3160224"/>
                  <a:pt x="0" y="3048000"/>
                </a:cubicBezTo>
                <a:lnTo>
                  <a:pt x="0" y="203200"/>
                </a:lnTo>
                <a:close/>
              </a:path>
            </a:pathLst>
          </a:custGeom>
        </p:spPr>
      </p:pic>
      <p:sp>
        <p:nvSpPr>
          <p:cNvPr id="4" name="文本占位符 3"/>
          <p:cNvSpPr>
            <a:spLocks noGrp="1"/>
          </p:cNvSpPr>
          <p:nvPr>
            <p:ph type="body" idx="16386"/>
            <p:custDataLst>
              <p:tags r:id="rId4"/>
            </p:custDataLst>
          </p:nvPr>
        </p:nvSpPr>
        <p:spPr/>
        <p:txBody>
          <a:bodyPr/>
          <a:p>
            <a:r>
              <a:rPr lang="zh-CN" altLang="en-US"/>
              <a:t>Test AI agent behaviors</a:t>
            </a:r>
            <a:endParaRPr lang="zh-CN" altLang="en-US"/>
          </a:p>
        </p:txBody>
      </p:sp>
      <p:sp>
        <p:nvSpPr>
          <p:cNvPr id="5" name="文本占位符 4"/>
          <p:cNvSpPr>
            <a:spLocks noGrp="1"/>
          </p:cNvSpPr>
          <p:nvPr>
            <p:ph type="body" idx="16387"/>
            <p:custDataLst>
              <p:tags r:id="rId5"/>
            </p:custDataLst>
          </p:nvPr>
        </p:nvSpPr>
        <p:spPr/>
        <p:txBody>
          <a:bodyPr/>
          <a:p>
            <a:r>
              <a:rPr lang="zh-CN" altLang="en-US"/>
              <a:t>Simulations help in understanding how agents will perform in real-world scenarios.</a:t>
            </a:r>
            <a:endParaRPr lang="zh-CN" altLang="en-US"/>
          </a:p>
        </p:txBody>
      </p:sp>
      <p:pic>
        <p:nvPicPr>
          <p:cNvPr id="6" name="内容占位符 5" descr="f340692d-c0f6-11f0-982b-1e494b851bb2"/>
          <p:cNvPicPr>
            <a:picLocks noChangeAspect="1"/>
          </p:cNvPicPr>
          <p:nvPr>
            <p:ph idx="16391"/>
            <p:custDataLst>
              <p:tags r:id="rId6"/>
            </p:custDataLst>
          </p:nvPr>
        </p:nvPicPr>
        <p:blipFill>
          <a:blip r:embed="rId7"/>
          <a:srcRect l="781" r="781"/>
          <a:stretch>
            <a:fillRect/>
          </a:stretch>
        </p:blipFill>
        <p:spPr>
          <a:xfrm>
            <a:off x="6248400" y="1524000"/>
            <a:ext cx="5334000" cy="3251200"/>
          </a:xfrm>
          <a:custGeom>
            <a:avLst/>
            <a:gdLst>
              <a:gd name="connisteX0" fmla="*/ 0 w 5334000"/>
              <a:gd name="connsiteY0" fmla="*/ 203200 h 3251200"/>
              <a:gd name="connisteX1" fmla="*/ 203200 w 5334000"/>
              <a:gd name="connsiteY1" fmla="*/ 0 h 3251200"/>
              <a:gd name="connisteX2" fmla="*/ 5130800 w 5334000"/>
              <a:gd name="connsiteY2" fmla="*/ 0 h 3251200"/>
              <a:gd name="connisteX3" fmla="*/ 5334000 w 5334000"/>
              <a:gd name="connsiteY3" fmla="*/ 203200 h 3251200"/>
              <a:gd name="connisteX4" fmla="*/ 5334000 w 5334000"/>
              <a:gd name="connsiteY4" fmla="*/ 3048000 h 3251200"/>
              <a:gd name="connisteX5" fmla="*/ 5130800 w 5334000"/>
              <a:gd name="connsiteY5" fmla="*/ 3251200 h 3251200"/>
              <a:gd name="connisteX6" fmla="*/ 203200 w 5334000"/>
              <a:gd name="connsiteY6" fmla="*/ 3251200 h 3251200"/>
              <a:gd name="connisteX7" fmla="*/ 0 w 5334000"/>
              <a:gd name="connsiteY7" fmla="*/ 3048000 h 3251200"/>
              <a:gd name="connisteX8" fmla="*/ 0 w 5334000"/>
              <a:gd name="connsiteY8" fmla="*/ 203200 h 3251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3251200">
                <a:moveTo>
                  <a:pt x="0" y="203200"/>
                </a:moveTo>
                <a:cubicBezTo>
                  <a:pt x="0" y="90976"/>
                  <a:pt x="90976" y="0"/>
                  <a:pt x="203200" y="0"/>
                </a:cubicBezTo>
                <a:lnTo>
                  <a:pt x="5130800" y="0"/>
                </a:lnTo>
                <a:cubicBezTo>
                  <a:pt x="5243024" y="0"/>
                  <a:pt x="5334000" y="90976"/>
                  <a:pt x="5334000" y="203200"/>
                </a:cubicBezTo>
                <a:lnTo>
                  <a:pt x="5334000" y="3048000"/>
                </a:lnTo>
                <a:cubicBezTo>
                  <a:pt x="5334000" y="3160224"/>
                  <a:pt x="5243024" y="3251200"/>
                  <a:pt x="5130800" y="3251200"/>
                </a:cubicBezTo>
                <a:lnTo>
                  <a:pt x="203200" y="3251200"/>
                </a:lnTo>
                <a:cubicBezTo>
                  <a:pt x="90976" y="3251200"/>
                  <a:pt x="0" y="3160224"/>
                  <a:pt x="0" y="3048000"/>
                </a:cubicBezTo>
                <a:lnTo>
                  <a:pt x="0" y="203200"/>
                </a:lnTo>
                <a:close/>
              </a:path>
            </a:pathLst>
          </a:custGeom>
        </p:spPr>
      </p:pic>
      <p:sp>
        <p:nvSpPr>
          <p:cNvPr id="7" name="文本占位符 6"/>
          <p:cNvSpPr>
            <a:spLocks noGrp="1"/>
          </p:cNvSpPr>
          <p:nvPr>
            <p:ph type="body" idx="16388"/>
            <p:custDataLst>
              <p:tags r:id="rId8"/>
            </p:custDataLst>
          </p:nvPr>
        </p:nvSpPr>
        <p:spPr/>
        <p:txBody>
          <a:bodyPr/>
          <a:p>
            <a:r>
              <a:rPr lang="zh-CN" altLang="en-US"/>
              <a:t>Refine agent capabilities</a:t>
            </a:r>
            <a:endParaRPr lang="zh-CN" altLang="en-US"/>
          </a:p>
        </p:txBody>
      </p:sp>
      <p:sp>
        <p:nvSpPr>
          <p:cNvPr id="8" name="文本占位符 7"/>
          <p:cNvSpPr>
            <a:spLocks noGrp="1"/>
          </p:cNvSpPr>
          <p:nvPr>
            <p:ph type="body" idx="16389"/>
            <p:custDataLst>
              <p:tags r:id="rId9"/>
            </p:custDataLst>
          </p:nvPr>
        </p:nvSpPr>
        <p:spPr/>
        <p:txBody>
          <a:bodyPr/>
          <a:p>
            <a:r>
              <a:rPr lang="zh-CN" altLang="en-US"/>
              <a:t>Iterate on agent designs based on simulation outcomes.</a:t>
            </a:r>
            <a:endParaRPr lang="zh-CN" altLang="en-US"/>
          </a:p>
        </p:txBody>
      </p:sp>
    </p:spTree>
    <p:custDataLst>
      <p:tags r:id="rId10"/>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Expert Feedback</a:t>
            </a:r>
            <a:endParaRPr lang="zh-CN" altLang="en-US"/>
          </a:p>
        </p:txBody>
      </p:sp>
      <p:sp>
        <p:nvSpPr>
          <p:cNvPr id="3" name="装饰  1"/>
          <p:cNvSpPr>
            <a:spLocks noGrp="1"/>
          </p:cNvSpPr>
          <p:nvPr>
            <p:ph type="body" idx="16391"/>
            <p:custDataLst>
              <p:tags r:id="rId2"/>
            </p:custDataLst>
          </p:nvPr>
        </p:nvSpPr>
        <p:spPr/>
        <p:txBody>
          <a:bodyPr/>
          <a:p>
            <a:r>
              <a:rPr lang="zh-CN" altLang="en-US"/>
              <a:t> </a:t>
            </a:r>
            <a:endParaRPr lang="zh-CN" altLang="en-US"/>
          </a:p>
        </p:txBody>
      </p:sp>
      <p:sp>
        <p:nvSpPr>
          <p:cNvPr id="4" name="装饰  2"/>
          <p:cNvSpPr>
            <a:spLocks noGrp="1"/>
          </p:cNvSpPr>
          <p:nvPr>
            <p:ph type="body" idx="16392"/>
            <p:custDataLst>
              <p:tags r:id="rId3"/>
            </p:custDataLst>
          </p:nvPr>
        </p:nvSpPr>
        <p:spPr/>
        <p:txBody>
          <a:bodyPr/>
          <a:p>
            <a:r>
              <a:rPr lang="zh-CN" altLang="en-US"/>
              <a:t> </a:t>
            </a:r>
            <a:endParaRPr lang="zh-CN" altLang="en-US"/>
          </a:p>
        </p:txBody>
      </p:sp>
      <p:pic>
        <p:nvPicPr>
          <p:cNvPr id="13" name="图片占位符 12" descr="7"/>
          <p:cNvPicPr>
            <a:picLocks noChangeAspect="1"/>
          </p:cNvPicPr>
          <p:nvPr>
            <p:ph type="pic" idx="16390"/>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1371600" y="2222500"/>
            <a:ext cx="812800" cy="812800"/>
          </a:xfrm>
          <a:prstGeom prst="rect">
            <a:avLst/>
          </a:prstGeom>
        </p:spPr>
      </p:pic>
      <p:sp>
        <p:nvSpPr>
          <p:cNvPr id="6" name="文本占位符 5"/>
          <p:cNvSpPr>
            <a:spLocks noGrp="1"/>
          </p:cNvSpPr>
          <p:nvPr>
            <p:ph type="body" idx="16386"/>
            <p:custDataLst>
              <p:tags r:id="rId7"/>
            </p:custDataLst>
          </p:nvPr>
        </p:nvSpPr>
        <p:spPr/>
        <p:txBody>
          <a:bodyPr/>
          <a:p>
            <a:r>
              <a:rPr lang="zh-CN" altLang="en-US"/>
              <a:t>Incorporate expert consultation</a:t>
            </a:r>
            <a:endParaRPr lang="zh-CN" altLang="en-US"/>
          </a:p>
        </p:txBody>
      </p:sp>
      <p:sp>
        <p:nvSpPr>
          <p:cNvPr id="7" name="文本占位符 6"/>
          <p:cNvSpPr>
            <a:spLocks noGrp="1"/>
          </p:cNvSpPr>
          <p:nvPr>
            <p:ph type="body" idx="16387"/>
            <p:custDataLst>
              <p:tags r:id="rId8"/>
            </p:custDataLst>
          </p:nvPr>
        </p:nvSpPr>
        <p:spPr/>
        <p:txBody>
          <a:bodyPr/>
          <a:p>
            <a:r>
              <a:rPr lang="zh-CN" altLang="en-US"/>
              <a:t>Experts provide valuable insights to improve AI agent performance.</a:t>
            </a:r>
            <a:endParaRPr lang="zh-CN" altLang="en-US"/>
          </a:p>
        </p:txBody>
      </p:sp>
      <p:sp>
        <p:nvSpPr>
          <p:cNvPr id="8" name="装饰  6"/>
          <p:cNvSpPr>
            <a:spLocks noGrp="1"/>
          </p:cNvSpPr>
          <p:nvPr>
            <p:ph type="body" idx="16394"/>
            <p:custDataLst>
              <p:tags r:id="rId9"/>
            </p:custDataLst>
          </p:nvPr>
        </p:nvSpPr>
        <p:spPr/>
        <p:txBody>
          <a:bodyPr/>
          <a:p>
            <a:r>
              <a:rPr lang="zh-CN" altLang="en-US"/>
              <a:t> </a:t>
            </a:r>
            <a:endParaRPr lang="zh-CN" altLang="en-US"/>
          </a:p>
        </p:txBody>
      </p:sp>
      <p:sp>
        <p:nvSpPr>
          <p:cNvPr id="9" name="装饰  7"/>
          <p:cNvSpPr>
            <a:spLocks noGrp="1"/>
          </p:cNvSpPr>
          <p:nvPr>
            <p:ph type="body" idx="16395"/>
            <p:custDataLst>
              <p:tags r:id="rId10"/>
            </p:custDataLst>
          </p:nvPr>
        </p:nvSpPr>
        <p:spPr/>
        <p:txBody>
          <a:bodyPr/>
          <a:p>
            <a:r>
              <a:rPr lang="zh-CN" altLang="en-US"/>
              <a:t> </a:t>
            </a:r>
            <a:endParaRPr lang="zh-CN" altLang="en-US"/>
          </a:p>
        </p:txBody>
      </p:sp>
      <p:pic>
        <p:nvPicPr>
          <p:cNvPr id="14" name="图片占位符 13" descr="2"/>
          <p:cNvPicPr>
            <a:picLocks noChangeAspect="1"/>
          </p:cNvPicPr>
          <p:nvPr>
            <p:ph type="pic" idx="16393"/>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1371600" y="4737100"/>
            <a:ext cx="812800" cy="812800"/>
          </a:xfrm>
          <a:prstGeom prst="rect">
            <a:avLst/>
          </a:prstGeom>
        </p:spPr>
      </p:pic>
      <p:sp>
        <p:nvSpPr>
          <p:cNvPr id="11" name="文本占位符 10"/>
          <p:cNvSpPr>
            <a:spLocks noGrp="1"/>
          </p:cNvSpPr>
          <p:nvPr>
            <p:ph type="body" idx="16388"/>
            <p:custDataLst>
              <p:tags r:id="rId14"/>
            </p:custDataLst>
          </p:nvPr>
        </p:nvSpPr>
        <p:spPr/>
        <p:txBody>
          <a:bodyPr/>
          <a:p>
            <a:r>
              <a:rPr lang="zh-CN" altLang="en-US"/>
              <a:t>Verify AI outputs</a:t>
            </a:r>
            <a:endParaRPr lang="zh-CN" altLang="en-US"/>
          </a:p>
        </p:txBody>
      </p:sp>
      <p:sp>
        <p:nvSpPr>
          <p:cNvPr id="12" name="文本占位符 11"/>
          <p:cNvSpPr>
            <a:spLocks noGrp="1"/>
          </p:cNvSpPr>
          <p:nvPr>
            <p:ph type="body" idx="16389"/>
            <p:custDataLst>
              <p:tags r:id="rId15"/>
            </p:custDataLst>
          </p:nvPr>
        </p:nvSpPr>
        <p:spPr/>
        <p:txBody>
          <a:bodyPr/>
          <a:p>
            <a:r>
              <a:rPr lang="zh-CN" altLang="en-US"/>
              <a:t>Experts ensure the quality and accuracy of AI-generated content.</a:t>
            </a:r>
            <a:endParaRPr lang="zh-CN" altLang="en-US"/>
          </a:p>
        </p:txBody>
      </p:sp>
    </p:spTree>
    <p:custDataLst>
      <p:tags r:id="rId16"/>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6388"/>
            <p:custDataLst>
              <p:tags r:id="rId1"/>
            </p:custDataLst>
          </p:nvPr>
        </p:nvSpPr>
        <p:spPr/>
        <p:txBody>
          <a:bodyPr/>
          <a:p>
            <a:r>
              <a:rPr lang="zh-CN" altLang="en-US"/>
              <a:t>Responsible AI Practices</a:t>
            </a:r>
            <a:endParaRPr lang="zh-CN" altLang="en-US"/>
          </a:p>
        </p:txBody>
      </p:sp>
      <p:sp>
        <p:nvSpPr>
          <p:cNvPr id="3" name="节编号 3"/>
          <p:cNvSpPr>
            <a:spLocks noGrp="1"/>
          </p:cNvSpPr>
          <p:nvPr>
            <p:ph type="body" sz="quarter" idx="16389"/>
            <p:custDataLst>
              <p:tags r:id="rId2"/>
            </p:custDataLst>
          </p:nvPr>
        </p:nvSpPr>
        <p:spPr/>
        <p:txBody>
          <a:bodyPr/>
          <a:p>
            <a:r>
              <a:rPr lang="zh-CN" altLang="en-US"/>
              <a:t>05</a:t>
            </a:r>
            <a:endParaRPr lang="zh-CN" altLang="en-US"/>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Risks: Hallucinations &amp; Biases</a:t>
            </a:r>
            <a:endParaRPr lang="zh-CN" altLang="en-US"/>
          </a:p>
        </p:txBody>
      </p:sp>
      <p:pic>
        <p:nvPicPr>
          <p:cNvPr id="3" name="内容占位符 2" descr="f2f23134-c0f6-11f0-b365-62cdfc471750"/>
          <p:cNvPicPr>
            <a:picLocks noChangeAspect="1"/>
          </p:cNvPicPr>
          <p:nvPr>
            <p:ph idx="16390"/>
            <p:custDataLst>
              <p:tags r:id="rId2"/>
            </p:custDataLst>
          </p:nvPr>
        </p:nvPicPr>
        <p:blipFill>
          <a:blip r:embed="rId3"/>
          <a:srcRect l="192" r="192"/>
          <a:stretch>
            <a:fillRect/>
          </a:stretch>
        </p:blipFill>
        <p:spPr>
          <a:xfrm>
            <a:off x="609600" y="1524000"/>
            <a:ext cx="5588000" cy="2209800"/>
          </a:xfrm>
          <a:custGeom>
            <a:avLst/>
            <a:gdLst>
              <a:gd name="connisteX0" fmla="*/ 0 w 5588000"/>
              <a:gd name="connsiteY0" fmla="*/ 203200 h 2209800"/>
              <a:gd name="connisteX1" fmla="*/ 203200 w 5588000"/>
              <a:gd name="connsiteY1" fmla="*/ 0 h 2209800"/>
              <a:gd name="connisteX2" fmla="*/ 5384800 w 5588000"/>
              <a:gd name="connsiteY2" fmla="*/ 0 h 2209800"/>
              <a:gd name="connisteX3" fmla="*/ 5588000 w 5588000"/>
              <a:gd name="connsiteY3" fmla="*/ 203200 h 2209800"/>
              <a:gd name="connisteX4" fmla="*/ 5588000 w 5588000"/>
              <a:gd name="connsiteY4" fmla="*/ 2006600 h 2209800"/>
              <a:gd name="connisteX5" fmla="*/ 5384800 w 5588000"/>
              <a:gd name="connsiteY5" fmla="*/ 2209800 h 2209800"/>
              <a:gd name="connisteX6" fmla="*/ 203200 w 5588000"/>
              <a:gd name="connsiteY6" fmla="*/ 2209800 h 2209800"/>
              <a:gd name="connisteX7" fmla="*/ 0 w 5588000"/>
              <a:gd name="connsiteY7" fmla="*/ 2006600 h 2209800"/>
              <a:gd name="connisteX8" fmla="*/ 0 w 5588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588000" h="2209800">
                <a:moveTo>
                  <a:pt x="0" y="203200"/>
                </a:moveTo>
                <a:cubicBezTo>
                  <a:pt x="0" y="90976"/>
                  <a:pt x="90976" y="0"/>
                  <a:pt x="203200" y="0"/>
                </a:cubicBezTo>
                <a:lnTo>
                  <a:pt x="5384800" y="0"/>
                </a:lnTo>
                <a:cubicBezTo>
                  <a:pt x="5497024" y="0"/>
                  <a:pt x="5588000" y="90976"/>
                  <a:pt x="5588000" y="203200"/>
                </a:cubicBezTo>
                <a:lnTo>
                  <a:pt x="5588000" y="2006600"/>
                </a:lnTo>
                <a:cubicBezTo>
                  <a:pt x="5588000" y="2118824"/>
                  <a:pt x="5497024" y="2209800"/>
                  <a:pt x="5384800" y="2209800"/>
                </a:cubicBezTo>
                <a:lnTo>
                  <a:pt x="203200" y="2209800"/>
                </a:lnTo>
                <a:cubicBezTo>
                  <a:pt x="90976" y="2209800"/>
                  <a:pt x="0" y="2118824"/>
                  <a:pt x="0" y="2006600"/>
                </a:cubicBezTo>
                <a:lnTo>
                  <a:pt x="0" y="203200"/>
                </a:lnTo>
                <a:close/>
              </a:path>
            </a:pathLst>
          </a:custGeom>
        </p:spPr>
      </p:pic>
      <p:sp>
        <p:nvSpPr>
          <p:cNvPr id="4" name="文本占位符 3"/>
          <p:cNvSpPr>
            <a:spLocks noGrp="1"/>
          </p:cNvSpPr>
          <p:nvPr>
            <p:ph type="body" idx="16386"/>
            <p:custDataLst>
              <p:tags r:id="rId4"/>
            </p:custDataLst>
          </p:nvPr>
        </p:nvSpPr>
        <p:spPr/>
        <p:txBody>
          <a:bodyPr/>
          <a:p>
            <a:r>
              <a:rPr lang="zh-CN" altLang="en-US"/>
              <a:t>AI Hallucinations</a:t>
            </a:r>
            <a:endParaRPr lang="zh-CN" altLang="en-US"/>
          </a:p>
        </p:txBody>
      </p:sp>
      <p:sp>
        <p:nvSpPr>
          <p:cNvPr id="5" name="文本占位符 4"/>
          <p:cNvSpPr>
            <a:spLocks noGrp="1"/>
          </p:cNvSpPr>
          <p:nvPr>
            <p:ph type="body" idx="16387"/>
            <p:custDataLst>
              <p:tags r:id="rId5"/>
            </p:custDataLst>
          </p:nvPr>
        </p:nvSpPr>
        <p:spPr/>
        <p:txBody>
          <a:bodyPr/>
          <a:p>
            <a:r>
              <a:rPr lang="zh-CN" altLang="en-US"/>
              <a:t>AI systems can generate plausible but incorrect information, known as hallucinations.</a:t>
            </a:r>
            <a:endParaRPr lang="zh-CN" altLang="en-US"/>
          </a:p>
        </p:txBody>
      </p:sp>
      <p:pic>
        <p:nvPicPr>
          <p:cNvPr id="6" name="内容占位符 5" descr="default_5_img"/>
          <p:cNvPicPr>
            <a:picLocks noChangeAspect="1"/>
          </p:cNvPicPr>
          <p:nvPr>
            <p:ph idx="16391"/>
            <p:custDataLst>
              <p:tags r:id="rId6"/>
            </p:custDataLst>
          </p:nvPr>
        </p:nvPicPr>
        <p:blipFill>
          <a:blip r:embed="rId7"/>
          <a:srcRect t="14848" b="14848"/>
          <a:stretch>
            <a:fillRect/>
          </a:stretch>
        </p:blipFill>
        <p:spPr>
          <a:xfrm>
            <a:off x="609600" y="4038600"/>
            <a:ext cx="5588000" cy="2209800"/>
          </a:xfrm>
          <a:custGeom>
            <a:avLst/>
            <a:gdLst>
              <a:gd name="connisteX0" fmla="*/ 0 w 5588000"/>
              <a:gd name="connsiteY0" fmla="*/ 203200 h 2209800"/>
              <a:gd name="connisteX1" fmla="*/ 203200 w 5588000"/>
              <a:gd name="connsiteY1" fmla="*/ 0 h 2209800"/>
              <a:gd name="connisteX2" fmla="*/ 5384800 w 5588000"/>
              <a:gd name="connsiteY2" fmla="*/ 0 h 2209800"/>
              <a:gd name="connisteX3" fmla="*/ 5588000 w 5588000"/>
              <a:gd name="connsiteY3" fmla="*/ 203200 h 2209800"/>
              <a:gd name="connisteX4" fmla="*/ 5588000 w 5588000"/>
              <a:gd name="connsiteY4" fmla="*/ 2006600 h 2209800"/>
              <a:gd name="connisteX5" fmla="*/ 5384800 w 5588000"/>
              <a:gd name="connsiteY5" fmla="*/ 2209800 h 2209800"/>
              <a:gd name="connisteX6" fmla="*/ 203200 w 5588000"/>
              <a:gd name="connsiteY6" fmla="*/ 2209800 h 2209800"/>
              <a:gd name="connisteX7" fmla="*/ 0 w 5588000"/>
              <a:gd name="connsiteY7" fmla="*/ 2006600 h 2209800"/>
              <a:gd name="connisteX8" fmla="*/ 0 w 5588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588000" h="2209800">
                <a:moveTo>
                  <a:pt x="0" y="203200"/>
                </a:moveTo>
                <a:cubicBezTo>
                  <a:pt x="0" y="90976"/>
                  <a:pt x="90976" y="0"/>
                  <a:pt x="203200" y="0"/>
                </a:cubicBezTo>
                <a:lnTo>
                  <a:pt x="5384800" y="0"/>
                </a:lnTo>
                <a:cubicBezTo>
                  <a:pt x="5497024" y="0"/>
                  <a:pt x="5588000" y="90976"/>
                  <a:pt x="5588000" y="203200"/>
                </a:cubicBezTo>
                <a:lnTo>
                  <a:pt x="5588000" y="2006600"/>
                </a:lnTo>
                <a:cubicBezTo>
                  <a:pt x="5588000" y="2118824"/>
                  <a:pt x="5497024" y="2209800"/>
                  <a:pt x="5384800" y="2209800"/>
                </a:cubicBezTo>
                <a:lnTo>
                  <a:pt x="203200" y="2209800"/>
                </a:lnTo>
                <a:cubicBezTo>
                  <a:pt x="90976" y="2209800"/>
                  <a:pt x="0" y="2118824"/>
                  <a:pt x="0" y="2006600"/>
                </a:cubicBezTo>
                <a:lnTo>
                  <a:pt x="0" y="203200"/>
                </a:lnTo>
                <a:close/>
              </a:path>
            </a:pathLst>
          </a:custGeom>
        </p:spPr>
      </p:pic>
      <p:sp>
        <p:nvSpPr>
          <p:cNvPr id="7" name="文本占位符 6"/>
          <p:cNvSpPr>
            <a:spLocks noGrp="1"/>
          </p:cNvSpPr>
          <p:nvPr>
            <p:ph type="body" idx="16388"/>
            <p:custDataLst>
              <p:tags r:id="rId8"/>
            </p:custDataLst>
          </p:nvPr>
        </p:nvSpPr>
        <p:spPr/>
        <p:txBody>
          <a:bodyPr/>
          <a:p>
            <a:r>
              <a:rPr lang="zh-CN" altLang="en-US"/>
              <a:t>AI Biases</a:t>
            </a:r>
            <a:endParaRPr lang="zh-CN" altLang="en-US"/>
          </a:p>
        </p:txBody>
      </p:sp>
      <p:sp>
        <p:nvSpPr>
          <p:cNvPr id="8" name="文本占位符 7"/>
          <p:cNvSpPr>
            <a:spLocks noGrp="1"/>
          </p:cNvSpPr>
          <p:nvPr>
            <p:ph type="body" idx="16389"/>
            <p:custDataLst>
              <p:tags r:id="rId9"/>
            </p:custDataLst>
          </p:nvPr>
        </p:nvSpPr>
        <p:spPr/>
        <p:txBody>
          <a:bodyPr/>
          <a:p>
            <a:r>
              <a:rPr lang="zh-CN" altLang="en-US"/>
              <a:t>Pre-existing biases in training data can lead to biased AI outputs.</a:t>
            </a:r>
            <a:endParaRPr lang="zh-CN" altLang="en-US"/>
          </a:p>
        </p:txBody>
      </p:sp>
    </p:spTree>
    <p:custDataLst>
      <p:tags r:id="rId10"/>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p>
            <a:r>
              <a:rPr lang="zh-CN" altLang="en-US"/>
              <a:t>Human in the Loop Principle</a:t>
            </a:r>
            <a:endParaRPr lang="zh-CN" altLang="en-US"/>
          </a:p>
        </p:txBody>
      </p:sp>
      <p:sp>
        <p:nvSpPr>
          <p:cNvPr id="3" name="装饰  1"/>
          <p:cNvSpPr>
            <a:spLocks noGrp="1"/>
          </p:cNvSpPr>
          <p:nvPr>
            <p:ph type="body" idx="16390"/>
            <p:custDataLst>
              <p:tags r:id="rId2"/>
            </p:custDataLst>
          </p:nvPr>
        </p:nvSpPr>
        <p:spPr/>
        <p:txBody>
          <a:bodyPr/>
          <a:p>
            <a:r>
              <a:rPr lang="zh-CN" altLang="en-US"/>
              <a:t> </a:t>
            </a:r>
            <a:endParaRPr lang="zh-CN" altLang="en-US"/>
          </a:p>
        </p:txBody>
      </p:sp>
      <p:pic>
        <p:nvPicPr>
          <p:cNvPr id="4" name="图片占位符 3" descr="f022a079-c0f6-11f0-9ca3-ce79206ae555"/>
          <p:cNvPicPr>
            <a:picLocks noChangeAspect="1"/>
          </p:cNvPicPr>
          <p:nvPr>
            <p:ph type="pic" idx="16391"/>
            <p:custDataLst>
              <p:tags r:id="rId3"/>
            </p:custDataLst>
          </p:nvPr>
        </p:nvPicPr>
        <p:blipFill>
          <a:blip r:embed="rId4"/>
          <a:srcRect l="1758" r="1758"/>
          <a:stretch>
            <a:fillRect/>
          </a:stretch>
        </p:blipFill>
        <p:spPr>
          <a:xfrm>
            <a:off x="914400" y="1828800"/>
            <a:ext cx="4724400" cy="1930400"/>
          </a:xfrm>
          <a:prstGeom prst="rect">
            <a:avLst/>
          </a:prstGeom>
        </p:spPr>
      </p:pic>
      <p:sp>
        <p:nvSpPr>
          <p:cNvPr id="5" name="文本占位符 4"/>
          <p:cNvSpPr>
            <a:spLocks noGrp="1"/>
          </p:cNvSpPr>
          <p:nvPr>
            <p:ph type="body" idx="16386"/>
            <p:custDataLst>
              <p:tags r:id="rId5"/>
            </p:custDataLst>
          </p:nvPr>
        </p:nvSpPr>
        <p:spPr/>
        <p:txBody>
          <a:bodyPr/>
          <a:p>
            <a:r>
              <a:rPr lang="zh-CN" altLang="en-US"/>
              <a:t>Verification of Outputs</a:t>
            </a:r>
            <a:endParaRPr lang="zh-CN" altLang="en-US"/>
          </a:p>
        </p:txBody>
      </p:sp>
      <p:sp>
        <p:nvSpPr>
          <p:cNvPr id="6" name="文本占位符 5"/>
          <p:cNvSpPr>
            <a:spLocks noGrp="1"/>
          </p:cNvSpPr>
          <p:nvPr>
            <p:ph type="body" idx="16387"/>
            <p:custDataLst>
              <p:tags r:id="rId6"/>
            </p:custDataLst>
          </p:nvPr>
        </p:nvSpPr>
        <p:spPr/>
        <p:txBody>
          <a:bodyPr/>
          <a:p>
            <a:r>
              <a:rPr lang="zh-CN" altLang="en-US"/>
              <a:t>Human verification ensures the quality and accuracy of AI-generated content.</a:t>
            </a:r>
            <a:endParaRPr lang="zh-CN" altLang="en-US"/>
          </a:p>
        </p:txBody>
      </p:sp>
      <p:sp>
        <p:nvSpPr>
          <p:cNvPr id="7" name="装饰  5"/>
          <p:cNvSpPr>
            <a:spLocks noGrp="1"/>
          </p:cNvSpPr>
          <p:nvPr>
            <p:ph type="body" idx="16392"/>
            <p:custDataLst>
              <p:tags r:id="rId7"/>
            </p:custDataLst>
          </p:nvPr>
        </p:nvSpPr>
        <p:spPr/>
        <p:txBody>
          <a:bodyPr/>
          <a:p>
            <a:r>
              <a:rPr lang="zh-CN" altLang="en-US"/>
              <a:t> </a:t>
            </a:r>
            <a:endParaRPr lang="zh-CN" altLang="en-US"/>
          </a:p>
        </p:txBody>
      </p:sp>
      <p:pic>
        <p:nvPicPr>
          <p:cNvPr id="8" name="图片占位符 7" descr="f022a118-c0f6-11f0-9ca3-ce79206ae555"/>
          <p:cNvPicPr>
            <a:picLocks noChangeAspect="1"/>
          </p:cNvPicPr>
          <p:nvPr>
            <p:ph type="pic" idx="16393"/>
            <p:custDataLst>
              <p:tags r:id="rId8"/>
            </p:custDataLst>
          </p:nvPr>
        </p:nvPicPr>
        <p:blipFill>
          <a:blip r:embed="rId9"/>
          <a:srcRect l="1758" r="1758"/>
          <a:stretch>
            <a:fillRect/>
          </a:stretch>
        </p:blipFill>
        <p:spPr>
          <a:xfrm>
            <a:off x="6553200" y="1828800"/>
            <a:ext cx="4724400" cy="1930400"/>
          </a:xfrm>
          <a:prstGeom prst="rect">
            <a:avLst/>
          </a:prstGeom>
        </p:spPr>
      </p:pic>
      <p:sp>
        <p:nvSpPr>
          <p:cNvPr id="9" name="文本占位符 8"/>
          <p:cNvSpPr>
            <a:spLocks noGrp="1"/>
          </p:cNvSpPr>
          <p:nvPr>
            <p:ph type="body" idx="16388"/>
            <p:custDataLst>
              <p:tags r:id="rId10"/>
            </p:custDataLst>
          </p:nvPr>
        </p:nvSpPr>
        <p:spPr/>
        <p:txBody>
          <a:bodyPr/>
          <a:p>
            <a:r>
              <a:rPr lang="zh-CN" altLang="en-US"/>
              <a:t>Human Oversight</a:t>
            </a:r>
            <a:endParaRPr lang="zh-CN" altLang="en-US"/>
          </a:p>
        </p:txBody>
      </p:sp>
      <p:sp>
        <p:nvSpPr>
          <p:cNvPr id="10" name="文本占位符 9"/>
          <p:cNvSpPr>
            <a:spLocks noGrp="1"/>
          </p:cNvSpPr>
          <p:nvPr>
            <p:ph type="body" idx="16389"/>
            <p:custDataLst>
              <p:tags r:id="rId11"/>
            </p:custDataLst>
          </p:nvPr>
        </p:nvSpPr>
        <p:spPr/>
        <p:txBody>
          <a:bodyPr/>
          <a:p>
            <a:r>
              <a:rPr lang="zh-CN" altLang="en-US"/>
              <a:t>Implementing human oversight to mitigate risks associated with AI hallucinations and biases.</a:t>
            </a:r>
            <a:endParaRPr lang="zh-CN" altLang="en-US"/>
          </a:p>
        </p:txBody>
      </p:sp>
    </p:spTree>
    <p:custDataLst>
      <p:tags r:id="rId12"/>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2"/>
          <p:cNvSpPr>
            <a:spLocks noGrp="1"/>
          </p:cNvSpPr>
          <p:nvPr>
            <p:ph type="body" idx="16389"/>
            <p:custDataLst>
              <p:tags r:id="rId1"/>
            </p:custDataLst>
          </p:nvPr>
        </p:nvSpPr>
        <p:spPr/>
        <p:txBody>
          <a:bodyPr/>
          <a:p>
            <a:r>
              <a:rPr lang="zh-CN" altLang="en-US"/>
              <a:t>THE END</a:t>
            </a:r>
            <a:endParaRPr lang="zh-CN" altLang="en-US"/>
          </a:p>
        </p:txBody>
      </p:sp>
      <p:sp>
        <p:nvSpPr>
          <p:cNvPr id="3" name="标题 1"/>
          <p:cNvSpPr>
            <a:spLocks noGrp="1"/>
          </p:cNvSpPr>
          <p:nvPr>
            <p:ph type="ctrTitle" idx="16388"/>
            <p:custDataLst>
              <p:tags r:id="rId2"/>
            </p:custDataLst>
          </p:nvPr>
        </p:nvSpPr>
        <p:spPr/>
        <p:txBody>
          <a:bodyPr>
            <a:normAutofit fontScale="90000"/>
          </a:bodyPr>
          <a:p>
            <a:r>
              <a:rPr lang="zh-CN" altLang="en-US"/>
              <a:t>Thank You</a:t>
            </a:r>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4.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5.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6.xml><?xml version="1.0" encoding="utf-8"?>
<p:tagLst xmlns:p="http://schemas.openxmlformats.org/presentationml/2006/main">
  <p:tag name="KSO_WM_UNIT_TYPE" val="b"/>
  <p:tag name="KSO_WM_BEAUTIFY_FLAG" val="#wm#"/>
  <p:tag name="KSO_WM_FIGMA_FLAG" val="#fgm#"/>
  <p:tag name="KSO_WM_UNIT_INDEX" val="1"/>
  <p:tag name="KSO_WM_UNIT_TEXT_TYPE" val="1"/>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7.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5e21d44af547cb237df38edfb420c130c8d4e6cb"/>
  <p:tag name="KSO_WM_NEWLAYOUT_ID" val="5460"/>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1.xml><?xml version="1.0" encoding="utf-8"?>
<p:tagLst xmlns:p="http://schemas.openxmlformats.org/presentationml/2006/main">
  <p:tag name="KSO_WM_BEAUTIFY_FLAG" val="#fgm#"/>
  <p:tag name="KSO_WM_FIGMA_FLAG" val="#fgm#"/>
  <p:tag name="KSO_WM_UNIT_INDEX" val="1"/>
  <p:tag name="KSO_WM_UNIT_TYPE" val="a"/>
  <p:tag name="KSO_WM_LAYOUT_CHECK_HASH" val="fd231c03eb8bfe27bd0ad757413cdaecb5a84bbe"/>
  <p:tag name="KSO_WM_NEWLAYOUT_GROUP_ID" val="layout_48"/>
  <p:tag name="KSO_WM_NEWLAYOUT_ID" val="slide_5641565affb8564a"/>
</p:tagLst>
</file>

<file path=ppt/tags/tag1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3.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7.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3.xml><?xml version="1.0" encoding="utf-8"?>
<p:tagLst xmlns:p="http://schemas.openxmlformats.org/presentationml/2006/main">
  <p:tag name="KSO_WM_BEAUTIFY_FLAG" val="#fgm#"/>
  <p:tag name="KSO_WM_FIGMA_FLAG" val="#fgm#"/>
  <p:tag name="KSO_WM_UNIT_INDEX" val="1"/>
  <p:tag name="KSO_WM_UNIT_TYPE" val="a"/>
  <p:tag name="KSO_WM_LAYOUT_CHECK_HASH" val="aa16ca4fb028699bb641766b03eeb286bf2e5a7e"/>
  <p:tag name="KSO_WM_NEWLAYOUT_GROUP_ID" val="layout_10014"/>
  <p:tag name="KSO_WM_NEWLAYOUT_ID" val="slide_89f9a9d80b13df0c"/>
</p:tagLst>
</file>

<file path=ppt/tags/tag24.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7.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2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3.xml><?xml version="1.0" encoding="utf-8"?>
<p:tagLst xmlns:p="http://schemas.openxmlformats.org/presentationml/2006/main">
  <p:tag name="KSO_WM_BEAUTIFY_FLAG" val="#fgm#"/>
  <p:tag name="KSO_WM_FIGMA_FLAG" val="#fgm#"/>
  <p:tag name="KSO_WM_UNIT_INDEX" val="1"/>
  <p:tag name="KSO_WM_UNIT_TYPE" val="a"/>
  <p:tag name="KSO_WM_LAYOUT_CHECK_HASH" val="31cc7d59f97306c05c3f987047dc5dc64f459391"/>
  <p:tag name="KSO_WM_NEWLAYOUT_GROUP_ID" val="layout_32"/>
  <p:tag name="KSO_WM_NEWLAYOUT_ID" val="slide_e9f261b41182efca"/>
</p:tagLst>
</file>

<file path=ppt/tags/tag3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5.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Lst>
</file>

<file path=ppt/tags/tag36.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3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9.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40.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2_2"/>
  <p:tag name="KSO_WM_UNIT_TYPE" val="l_h_i"/>
</p:tagLst>
</file>

<file path=ppt/tags/tag41.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4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4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4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47.xml><?xml version="1.0" encoding="utf-8"?>
<p:tagLst xmlns:p="http://schemas.openxmlformats.org/presentationml/2006/main">
  <p:tag name="KSO_WM_BEAUTIFY_FLAG" val="#fgm#"/>
  <p:tag name="KSO_WM_FIGMA_FLAG" val="#fgm#"/>
  <p:tag name="KSO_WM_UNIT_INDEX" val="1"/>
  <p:tag name="KSO_WM_UNIT_TYPE" val="a"/>
  <p:tag name="KSO_WM_LAYOUT_CHECK_HASH" val="a0faf7a712f80407d7294feea12de083946c6a0a"/>
  <p:tag name="KSO_WM_NEWLAYOUT_GROUP_ID" val="layout_10009"/>
  <p:tag name="KSO_WM_NEWLAYOUT_ID" val="slide_663634cc5316c693"/>
</p:tagLst>
</file>

<file path=ppt/tags/tag48.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4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1.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5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5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5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57.xml><?xml version="1.0" encoding="utf-8"?>
<p:tagLst xmlns:p="http://schemas.openxmlformats.org/presentationml/2006/main">
  <p:tag name="KSO_WM_BEAUTIFY_FLAG" val="#fgm#"/>
  <p:tag name="KSO_WM_FIGMA_FLAG" val="#fgm#"/>
  <p:tag name="KSO_WM_UNIT_INDEX" val="1"/>
  <p:tag name="KSO_WM_UNIT_TYPE" val="a"/>
  <p:tag name="KSO_WM_LAYOUT_CHECK_HASH" val="62af5fc5236341f1dc4596e645df4f2d93926e65"/>
  <p:tag name="KSO_WM_NEWLAYOUT_GROUP_ID" val="layout_59"/>
  <p:tag name="KSO_WM_NEWLAYOUT_ID" val="slide_79a6e287972545b5"/>
</p:tagLst>
</file>

<file path=ppt/tags/tag58.xml><?xml version="1.0" encoding="utf-8"?>
<p:tagLst xmlns:p="http://schemas.openxmlformats.org/presentationml/2006/main">
  <p:tag name="KSO_WM_BEAUTIFY_FLAG" val="#fgm#"/>
  <p:tag name="KSO_WM_FIGMA_FLAG" val="#fgm#"/>
  <p:tag name="KSO_WM_UNIT_INDEX" val="1"/>
  <p:tag name="KSO_WM_UNIT_TYPE" val="d"/>
</p:tagLst>
</file>

<file path=ppt/tags/tag5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6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6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6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6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6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6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6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6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68.xml><?xml version="1.0" encoding="utf-8"?>
<p:tagLst xmlns:p="http://schemas.openxmlformats.org/presentationml/2006/main">
  <p:tag name="KSO_WM_BEAUTIFY_FLAG" val="#fgm#"/>
  <p:tag name="KSO_WM_FIGMA_FLAG" val="#fgm#"/>
  <p:tag name="KSO_WM_UNIT_INDEX" val="1"/>
  <p:tag name="KSO_WM_UNIT_TYPE" val="a"/>
  <p:tag name="KSO_WM_LAYOUT_CHECK_HASH" val="c32dd2a0824719aef3d6d7fc090c3981f4c43b1f"/>
  <p:tag name="KSO_WM_NEWLAYOUT_GROUP_ID" val="layout_2"/>
  <p:tag name="KSO_WM_NEWLAYOUT_ID" val="slide_575721c834a94fa4"/>
</p:tagLst>
</file>

<file path=ppt/tags/tag6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70.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7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7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73.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74.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7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7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7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7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7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80.xml><?xml version="1.0" encoding="utf-8"?>
<p:tagLst xmlns:p="http://schemas.openxmlformats.org/presentationml/2006/main">
  <p:tag name="KSO_WM_BEAUTIFY_FLAG" val="#fgm#"/>
  <p:tag name="KSO_WM_FIGMA_FLAG" val="#fgm#"/>
  <p:tag name="KSO_WM_UNIT_INDEX" val="1"/>
  <p:tag name="KSO_WM_UNIT_TYPE" val="a"/>
  <p:tag name="KSO_WM_LAYOUT_CHECK_HASH" val="92dfc5ac16bec99beb7313a9ebb2c1278804d64c"/>
  <p:tag name="KSO_WM_NEWLAYOUT_GROUP_ID" val="layout_10003"/>
  <p:tag name="KSO_WM_NEWLAYOUT_ID" val="slide_2e5f3f4c52aaa365"/>
</p:tagLst>
</file>

<file path=ppt/tags/tag8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8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8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8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8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8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8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8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8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90.xml><?xml version="1.0" encoding="utf-8"?>
<p:tagLst xmlns:p="http://schemas.openxmlformats.org/presentationml/2006/main">
  <p:tag name="KSO_WM_BEAUTIFY_FLAG" val="#fgm#"/>
  <p:tag name="KSO_WM_FIGMA_FLAG" val="#fgm#"/>
  <p:tag name="KSO_WM_UNIT_INDEX" val="1"/>
  <p:tag name="KSO_WM_UNIT_TYPE" val="a"/>
  <p:tag name="KSO_WM_LAYOUT_CHECK_HASH" val="048779d03279cd7807b3e9834e688208c3b4f265"/>
  <p:tag name="KSO_WM_NEWLAYOUT_GROUP_ID" val="layout_10013"/>
  <p:tag name="KSO_WM_NEWLAYOUT_ID" val="slide_0e0a25924a288a5d"/>
</p:tagLst>
</file>

<file path=ppt/tags/tag91.xml><?xml version="1.0" encoding="utf-8"?>
<p:tagLst xmlns:p="http://schemas.openxmlformats.org/presentationml/2006/main">
  <p:tag name="KSO_WM_BEAUTIFY_FLAG" val="#fgm#"/>
  <p:tag name="KSO_WM_FIGMA_FLAG" val="#fgm#"/>
  <p:tag name="KSO_WM_UNIT_INDEX" val="1"/>
  <p:tag name="KSO_WM_UNIT_TYPE" val="d"/>
</p:tagLst>
</file>

<file path=ppt/tags/tag9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9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9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9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9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9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9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99.xml><?xml version="1.0" encoding="utf-8"?>
<p:tagLst xmlns:p="http://schemas.openxmlformats.org/presentationml/2006/main">
  <p:tag name="KSO_WM_BEAUTIFY_FLAG" val="#fgm#"/>
  <p:tag name="KSO_WM_FIGMA_FLAG" val="#fgm#"/>
  <p:tag name="KSO_WM_UNIT_INDEX" val="1"/>
  <p:tag name="KSO_WM_UNIT_TYPE" val="a"/>
  <p:tag name="KSO_WM_LAYOUT_CHECK_HASH" val="e641df6bacc166b55971ade998af03786855556e"/>
  <p:tag name="KSO_WM_NEWLAYOUT_GROUP_ID" val="layout_10012"/>
  <p:tag name="KSO_WM_NEWLAYOUT_ID" val="slide_1b601487e8903dfa"/>
</p:tagLst>
</file>

<file path=ppt/tags/tag100.xml><?xml version="1.0" encoding="utf-8"?>
<p:tagLst xmlns:p="http://schemas.openxmlformats.org/presentationml/2006/main">
  <p:tag name="KSO_WM_BEAUTIFY_FLAG" val="#fgm#"/>
  <p:tag name="KSO_WM_FIGMA_FLAG" val="#fgm#"/>
  <p:tag name="KSO_WM_UNIT_INDEX" val="1"/>
  <p:tag name="KSO_WM_UNIT_TYPE" val="d"/>
</p:tagLst>
</file>

<file path=ppt/tags/tag10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0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0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0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0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0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0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0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0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10.xml><?xml version="1.0" encoding="utf-8"?>
<p:tagLst xmlns:p="http://schemas.openxmlformats.org/presentationml/2006/main">
  <p:tag name="KSO_WM_BEAUTIFY_FLAG" val="#fgm#"/>
  <p:tag name="KSO_WM_FIGMA_FLAG" val="#fgm#"/>
  <p:tag name="KSO_WM_UNIT_INDEX" val="1"/>
  <p:tag name="KSO_WM_UNIT_TYPE" val="a"/>
  <p:tag name="KSO_WM_LAYOUT_CHECK_HASH" val="9b5657f26e8561ae019a3cb342e703a4a15228f9"/>
  <p:tag name="KSO_WM_NEWLAYOUT_GROUP_ID" val="layout_10008"/>
  <p:tag name="KSO_WM_NEWLAYOUT_ID" val="slide_fe4f003fc1f70f0a"/>
</p:tagLst>
</file>

<file path=ppt/tags/tag111.xml><?xml version="1.0" encoding="utf-8"?>
<p:tagLst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11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1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14.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11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1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1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1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1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20.xml><?xml version="1.0" encoding="utf-8"?>
<p:tagLst xmlns:p="http://schemas.openxmlformats.org/presentationml/2006/main">
  <p:tag name="KSO_WM_BEAUTIFY_FLAG" val="#fgm#"/>
  <p:tag name="KSO_WM_FIGMA_FLAG" val="#fgm#"/>
  <p:tag name="KSO_WM_UNIT_INDEX" val="1"/>
  <p:tag name="KSO_WM_UNIT_TYPE" val="a"/>
  <p:tag name="KSO_WM_LAYOUT_CHECK_HASH" val="c83df744552815c8bbde659d1d653f7e26e1e70b"/>
  <p:tag name="KSO_WM_NEWLAYOUT_GROUP_ID" val="layout_10007"/>
  <p:tag name="KSO_WM_NEWLAYOUT_ID" val="slide_6b62f1f9edcefd50"/>
</p:tagLst>
</file>

<file path=ppt/tags/tag12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2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2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2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2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2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2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28.xml><?xml version="1.0" encoding="utf-8"?>
<p:tagLst xmlns:p="http://schemas.openxmlformats.org/presentationml/2006/main">
  <p:tag name="KSO_WM_BEAUTIFY_FLAG" val="#fgm#"/>
  <p:tag name="KSO_WM_FIGMA_FLAG" val="#fgm#"/>
  <p:tag name="KSO_WM_UNIT_INDEX" val="1"/>
  <p:tag name="KSO_WM_UNIT_TYPE" val="a"/>
  <p:tag name="KSO_WM_LAYOUT_CHECK_HASH" val="ab0913eb1491d2ddeb79c5a3ae5df39a0f5ca02c"/>
  <p:tag name="KSO_WM_NEWLAYOUT_GROUP_ID" val="layout_63"/>
  <p:tag name="KSO_WM_NEWLAYOUT_ID" val="slide_bf4a5822a39e10dd"/>
</p:tagLst>
</file>

<file path=ppt/tags/tag129.xml><?xml version="1.0" encoding="utf-8"?>
<p:tagLst xmlns:p="http://schemas.openxmlformats.org/presentationml/2006/main">
  <p:tag name="KSO_WM_BEAUTIFY_FLAG" val="#fgm#"/>
  <p:tag name="KSO_WM_FIGMA_FLAG" val="#fgm#"/>
  <p:tag name="KSO_WM_UNIT_INDEX" val="1"/>
  <p:tag name="KSO_WM_UNIT_TYPE" val="d"/>
</p:tagLst>
</file>

<file path=ppt/tags/tag13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3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3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3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3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3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3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37.xml><?xml version="1.0" encoding="utf-8"?>
<p:tagLst xmlns:p="http://schemas.openxmlformats.org/presentationml/2006/main">
  <p:tag name="KSO_WM_BEAUTIFY_FLAG" val="#fgm#"/>
  <p:tag name="KSO_WM_FIGMA_FLAG" val="#fgm#"/>
  <p:tag name="KSO_WM_UNIT_INDEX" val="1"/>
  <p:tag name="KSO_WM_UNIT_TYPE" val="a"/>
  <p:tag name="KSO_WM_LAYOUT_CHECK_HASH" val="3086ea517f673cfa22be5fc8d9b7d6d97edb246f"/>
  <p:tag name="KSO_WM_NEWLAYOUT_GROUP_ID" val="layout_51"/>
  <p:tag name="KSO_WM_NEWLAYOUT_ID" val="slide_b5165c4e12380948"/>
</p:tagLst>
</file>

<file path=ppt/tags/tag138.xml><?xml version="1.0" encoding="utf-8"?>
<p:tagLst xmlns:p="http://schemas.openxmlformats.org/presentationml/2006/main">
  <p:tag name="KSO_WM_BEAUTIFY_FLAG" val="#fgm#"/>
  <p:tag name="KSO_WM_FIGMA_FLAG" val="#fgm#"/>
  <p:tag name="KSO_WM_UNIT_INDEX" val="1"/>
  <p:tag name="KSO_WM_UNIT_TYPE" val="d"/>
</p:tagLst>
</file>

<file path=ppt/tags/tag13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4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4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4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4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4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4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4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4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48.xml><?xml version="1.0" encoding="utf-8"?>
<p:tagLst xmlns:p="http://schemas.openxmlformats.org/presentationml/2006/main">
  <p:tag name="KSO_WM_BEAUTIFY_FLAG" val="#fgm#"/>
  <p:tag name="KSO_WM_FIGMA_FLAG" val="#fgm#"/>
  <p:tag name="KSO_WM_UNIT_INDEX" val="1"/>
  <p:tag name="KSO_WM_UNIT_TYPE" val="a"/>
  <p:tag name="KSO_WM_LAYOUT_CHECK_HASH" val="a37b5d6ee23f1b7b505790e22f6c39cc64ded8fe"/>
  <p:tag name="KSO_WM_NEWLAYOUT_GROUP_ID" val="layout_38"/>
  <p:tag name="KSO_WM_NEWLAYOUT_ID" val="slide_aa62b3640af52fc2"/>
</p:tagLst>
</file>

<file path=ppt/tags/tag14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50.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5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5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5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54.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5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5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5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5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5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60.xml><?xml version="1.0" encoding="utf-8"?>
<p:tagLst xmlns:p="http://schemas.openxmlformats.org/presentationml/2006/main">
  <p:tag name="KSO_WM_BEAUTIFY_FLAG" val="#fgm#"/>
  <p:tag name="KSO_WM_FIGMA_FLAG" val="#fgm#"/>
  <p:tag name="KSO_WM_UNIT_INDEX" val="1"/>
  <p:tag name="KSO_WM_UNIT_TYPE" val="a"/>
  <p:tag name="KSO_WM_LAYOUT_CHECK_HASH" val="a2c7d23ee59bef262a7b86d6e7e15a1684326593"/>
  <p:tag name="KSO_WM_NEWLAYOUT_GROUP_ID" val="layout_42"/>
  <p:tag name="KSO_WM_NEWLAYOUT_ID" val="slide_c88a85b3a72d5464"/>
</p:tagLst>
</file>

<file path=ppt/tags/tag161.xml><?xml version="1.0" encoding="utf-8"?>
<p:tagLst xmlns:p="http://schemas.openxmlformats.org/presentationml/2006/main">
  <p:tag name="KSO_WM_BEAUTIFY_FLAG" val="#fgm#"/>
  <p:tag name="KSO_WM_FIGMA_FLAG" val="#fgm#"/>
  <p:tag name="KSO_WM_UNIT_INDEX" val="1"/>
  <p:tag name="KSO_WM_UNIT_TYPE" val="d"/>
</p:tagLst>
</file>

<file path=ppt/tags/tag16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6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6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6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6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6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6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6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7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71.xml><?xml version="1.0" encoding="utf-8"?>
<p:tagLst xmlns:p="http://schemas.openxmlformats.org/presentationml/2006/main">
  <p:tag name="KSO_WM_BEAUTIFY_FLAG" val="#fgm#"/>
  <p:tag name="KSO_WM_FIGMA_FLAG" val="#fgm#"/>
  <p:tag name="KSO_WM_UNIT_INDEX" val="1"/>
  <p:tag name="KSO_WM_UNIT_TYPE" val="a"/>
  <p:tag name="KSO_WM_LAYOUT_CHECK_HASH" val="a05cf1996281ae669ddc9c068d5e9d1d4230be5e"/>
  <p:tag name="KSO_WM_NEWLAYOUT_GROUP_ID" val="layout_57"/>
  <p:tag name="KSO_WM_NEWLAYOUT_ID" val="slide_2dcca3900a93bfc0"/>
</p:tagLst>
</file>

<file path=ppt/tags/tag172.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1_1"/>
  <p:tag name="KSO_WM_UNIT_TYPE" val="l_h_i"/>
</p:tagLst>
</file>

<file path=ppt/tags/tag173.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7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7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76.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177.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7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7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8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8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8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83.xml><?xml version="1.0" encoding="utf-8"?>
<p:tagLst xmlns:p="http://schemas.openxmlformats.org/presentationml/2006/main">
  <p:tag name="KSO_WM_BEAUTIFY_FLAG" val="#fgm#"/>
  <p:tag name="KSO_WM_FIGMA_FLAG" val="#fgm#"/>
  <p:tag name="KSO_WM_UNIT_INDEX" val="1"/>
  <p:tag name="KSO_WM_UNIT_TYPE" val="a"/>
  <p:tag name="KSO_WM_LAYOUT_CHECK_HASH" val="4df206101c688261c23081a5d53412956634746b"/>
  <p:tag name="KSO_WM_NEWLAYOUT_GROUP_ID" val="layout_3"/>
  <p:tag name="KSO_WM_NEWLAYOUT_ID" val="slide_ab13dcddb777c9c4"/>
</p:tagLst>
</file>

<file path=ppt/tags/tag184.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185.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18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8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88.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189.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19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9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9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9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9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195.xml><?xml version="1.0" encoding="utf-8"?>
<p:tagLst xmlns:p="http://schemas.openxmlformats.org/presentationml/2006/main">
  <p:tag name="KSO_WM_BEAUTIFY_FLAG" val="#fgm#"/>
  <p:tag name="KSO_WM_FIGMA_FLAG" val="#fgm#"/>
  <p:tag name="KSO_WM_UNIT_INDEX" val="1"/>
  <p:tag name="KSO_WM_UNIT_TYPE" val="a"/>
  <p:tag name="KSO_WM_LAYOUT_CHECK_HASH" val="b880b0671a3d9e3aca0f32cbbae1f365c43336af"/>
  <p:tag name="KSO_WM_NEWLAYOUT_GROUP_ID" val="layout_30"/>
  <p:tag name="KSO_WM_NEWLAYOUT_ID" val="slide_6362b5619019af55"/>
</p:tagLst>
</file>

<file path=ppt/tags/tag196.xml><?xml version="1.0" encoding="utf-8"?>
<p:tagLst xmlns:p="http://schemas.openxmlformats.org/presentationml/2006/main">
  <p:tag name="KSO_WM_BEAUTIFY_FLAG" val="#fgm#"/>
  <p:tag name="KSO_WM_FIGMA_FLAG" val="#fgm#"/>
  <p:tag name="KSO_WM_UNIT_INDEX" val="1"/>
  <p:tag name="KSO_WM_UNIT_TYPE" val="d"/>
</p:tagLst>
</file>

<file path=ppt/tags/tag19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9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9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0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20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0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0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0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0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06.xml><?xml version="1.0" encoding="utf-8"?>
<p:tagLst xmlns:p="http://schemas.openxmlformats.org/presentationml/2006/main">
  <p:tag name="KSO_WM_BEAUTIFY_FLAG" val="#fgm#"/>
  <p:tag name="KSO_WM_FIGMA_FLAG" val="#fgm#"/>
  <p:tag name="KSO_WM_UNIT_INDEX" val="1"/>
  <p:tag name="KSO_WM_UNIT_TYPE" val="a"/>
  <p:tag name="KSO_WM_LAYOUT_CHECK_HASH" val="432a6f6c6f1d373e7e752e45aff11d5fef19e723"/>
  <p:tag name="KSO_WM_NEWLAYOUT_GROUP_ID" val="layout_6"/>
  <p:tag name="KSO_WM_NEWLAYOUT_ID" val="slide_acc7948a249ecb22"/>
</p:tagLst>
</file>

<file path=ppt/tags/tag207.xml><?xml version="1.0" encoding="utf-8"?>
<p:tagLst xmlns:p="http://schemas.openxmlformats.org/presentationml/2006/main">
  <p:tag name="KSO_WM_BEAUTIFY_FLAG" val="#fgm#"/>
  <p:tag name="KSO_WM_FIGMA_FLAG" val="#fgm#"/>
  <p:tag name="KSO_WM_UNIT_INDEX" val="1"/>
  <p:tag name="KSO_WM_UNIT_TYPE" val="d"/>
</p:tagLst>
</file>

<file path=ppt/tags/tag20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20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1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11.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21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1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14.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21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1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1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1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1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20.xml><?xml version="1.0" encoding="utf-8"?>
<p:tagLst xmlns:p="http://schemas.openxmlformats.org/presentationml/2006/main">
  <p:tag name="KSO_WM_BEAUTIFY_FLAG" val="#fgm#"/>
  <p:tag name="KSO_WM_FIGMA_FLAG" val="#fgm#"/>
  <p:tag name="KSO_WM_UNIT_INDEX" val="1"/>
  <p:tag name="KSO_WM_UNIT_TYPE" val="a"/>
  <p:tag name="KSO_WM_LAYOUT_CHECK_HASH" val="a8f39e3966c6643b3aafe2de1cd6d6c355150fe9"/>
  <p:tag name="KSO_WM_NEWLAYOUT_GROUP_ID" val="layout_26"/>
  <p:tag name="KSO_WM_NEWLAYOUT_ID" val="slide_1782e10a2508866f"/>
</p:tagLst>
</file>

<file path=ppt/tags/tag22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22.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2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2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2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26.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22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2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29.xml><?xml version="1.0" encoding="utf-8"?>
<p:tagLst xmlns:p="http://schemas.openxmlformats.org/presentationml/2006/main">
  <p:tag name="KSO_WM_UNIT_TYPE" val="i"/>
  <p:tag name="KSO_WM_UNIT_INDEX" val="2"/>
  <p:tag name="KSO_WM_BEAUTIFY_FLAG" val="#wm#"/>
  <p:tag name="KSO_WM_TAG_VERSION" val="3.0"/>
  <p:tag name="KSO_WM_UNIT_ID" val="_1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30.xml><?xml version="1.0" encoding="utf-8"?>
<p:tagLst xmlns:p="http://schemas.openxmlformats.org/presentationml/2006/main">
  <p:tag name="KSO_WM_UNIT_TYPE" val="i"/>
  <p:tag name="KSO_WM_UNIT_INDEX" val="1"/>
  <p:tag name="KSO_WM_BEAUTIFY_FLAG" val="#wm#"/>
  <p:tag name="KSO_WM_TAG_VERSION" val="3.0"/>
  <p:tag name="KSO_WM_UNIT_ID" val="_1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31.xml><?xml version="1.0" encoding="utf-8"?>
<p:tagLst xmlns:p="http://schemas.openxmlformats.org/presentationml/2006/main">
  <p:tag name="KSO_WM_UNIT_TYPE" val="i"/>
  <p:tag name="KSO_WM_UNIT_INDEX" val="3"/>
  <p:tag name="KSO_WM_BEAUTIFY_FLAG" val="#wm#"/>
  <p:tag name="KSO_WM_TAG_VERSION" val="3.0"/>
  <p:tag name="KSO_WM_UNIT_ID" val="_1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32.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33.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34.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35.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e437a6cf87a777be1ec244d5c71a4ccffa8c68ab"/>
  <p:tag name="KSO_WM_NEWLAYOUT_ID" val="5453"/>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36.xml><?xml version="1.0" encoding="utf-8"?>
<p:tagLst xmlns:p="http://schemas.openxmlformats.org/presentationml/2006/main">
  <p:tag name="KSO_WM_UNIT_TYPE" val="e"/>
  <p:tag name="KSO_WM_BEAUTIFY_FLAG" val="#wm#"/>
  <p:tag name="KSO_WM_FIGMA_FLAG" val="#fgm#"/>
  <p:tag name="KSO_WM_UNIT_INDEX" val="1"/>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3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3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3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40.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241.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1d44bb9e481141db97c30fd2619270ed2fd976f7"/>
  <p:tag name="KSO_WM_NEWLAYOUT_GROUP_ID" val="layout_1-5"/>
  <p:tag name="KSO_WM_NEWLAYOUT_ID" val="slide_cea45c27deb23863"/>
</p:tagLst>
</file>

<file path=ppt/tags/tag242.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24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24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45.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246.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24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48.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249.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Lst>
</file>

<file path=ppt/tags/tag25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51.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252.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Lst>
</file>

<file path=ppt/tags/tag253.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254.xml><?xml version="1.0" encoding="utf-8"?>
<p:tagLst xmlns:p="http://schemas.openxmlformats.org/presentationml/2006/main">
  <p:tag name="KSO_WM_BEAUTIFY_FLAG" val="#fgm#"/>
  <p:tag name="KSO_WM_DIAGRAM_GROUP_CODE" val="1"/>
  <p:tag name="KSO_WM_FIGMA_FLAG" val="#fgm#"/>
  <p:tag name="KSO_WM_UNIT_INDEX" val="1_5_1"/>
  <p:tag name="KSO_WM_UNIT_SUBTYPE" val="d"/>
  <p:tag name="KSO_WM_UNIT_TYPE" val="l_h_i"/>
</p:tagLst>
</file>

<file path=ppt/tags/tag255.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5_2"/>
  <p:tag name="KSO_WM_UNIT_TYPE" val="l_h_i"/>
</p:tagLst>
</file>

<file path=ppt/tags/tag256.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Lst>
</file>

<file path=ppt/tags/tag25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40490573"/>
  <p:tag name="KSO_WM_TEMPLATE_CATEGORY" val="custom"/>
</p:tagLst>
</file>

<file path=ppt/tags/tag258.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5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6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6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62.xml><?xml version="1.0" encoding="utf-8"?>
<p:tagLst xmlns:p="http://schemas.openxmlformats.org/presentationml/2006/main">
  <p:tag name="KSO_WM_UNIT_TYPE" val="i"/>
  <p:tag name="KSO_WM_UNIT_INDEX" val="2"/>
  <p:tag name="KSO_WM_BEAUTIFY_FLAG" val="#wm#"/>
  <p:tag name="KSO_WM_TAG_VERSION" val="3.0"/>
  <p:tag name="KSO_WM_UNIT_ID" val="_2*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63.xml><?xml version="1.0" encoding="utf-8"?>
<p:tagLst xmlns:p="http://schemas.openxmlformats.org/presentationml/2006/main">
  <p:tag name="KSO_WM_UNIT_TYPE" val="i"/>
  <p:tag name="KSO_WM_UNIT_INDEX" val="3"/>
  <p:tag name="KSO_WM_BEAUTIFY_FLAG" val="#wm#"/>
  <p:tag name="KSO_WM_TAG_VERSION" val="3.0"/>
  <p:tag name="KSO_WM_UNIT_ID" val="_2*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64.xml><?xml version="1.0" encoding="utf-8"?>
<p:tagLst xmlns:p="http://schemas.openxmlformats.org/presentationml/2006/main">
  <p:tag name="KSO_WM_UNIT_TYPE" val="i"/>
  <p:tag name="KSO_WM_UNIT_INDEX" val="1"/>
  <p:tag name="KSO_WM_BEAUTIFY_FLAG" val="#wm#"/>
  <p:tag name="KSO_WM_TAG_VERSION" val="3.0"/>
  <p:tag name="KSO_WM_UNIT_ID" val="_2*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65.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3"/>
  <p:tag name="KSO_WM_TEMPLATE_INDEX" val="40490573"/>
  <p:tag name="KSO_WM_TEMPLATE_CATEGORY" val="custom"/>
</p:tagLst>
</file>

<file path=ppt/tags/tag266.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67.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68.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6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40490573"/>
  <p:tag name="KSO_WM_TEMPLATE_CATEGORY" val="custom"/>
</p:tagLst>
</file>

<file path=ppt/tags/tag270.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3*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71.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3*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7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73.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74.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75.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4*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TEMPLATE_INDEX" val="40490573"/>
  <p:tag name="KSO_WM_TEMPLATE_CATEGORY" val="custom"/>
</p:tagLst>
</file>

<file path=ppt/tags/tag276.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4*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TEMPLATE_INDEX" val="40490573"/>
  <p:tag name="KSO_WM_TEMPLATE_CATEGORY" val="custom"/>
</p:tagLst>
</file>

<file path=ppt/tags/tag277.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4*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UNIT_VALUE" val="20"/>
  <p:tag name="KSO_WM_TEMPLATE_INDEX" val="40490573"/>
  <p:tag name="KSO_WM_TEMPLATE_CATEGORY" val="custom"/>
</p:tagLst>
</file>

<file path=ppt/tags/tag278.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4*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TEMPLATE_INDEX" val="40490573"/>
  <p:tag name="KSO_WM_TEMPLATE_CATEGORY" val="custom"/>
</p:tagLst>
</file>

<file path=ppt/tags/tag279.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80.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81.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8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 name="KSO_WM_TEMPLATE_INDEX" val="40490573"/>
  <p:tag name="KSO_WM_TEMPLATE_CATEGORY" val="custom"/>
</p:tagLst>
</file>

<file path=ppt/tags/tag28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40490573"/>
  <p:tag name="KSO_WM_TEMPLATE_CATEGORY" val="custom"/>
</p:tagLst>
</file>

<file path=ppt/tags/tag284.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85.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86.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87.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88.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89.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90.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7*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91.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92.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93.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94.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8*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INDEX" val="40490573"/>
  <p:tag name="KSO_WM_TEMPLATE_CATEGORY" val="custom"/>
</p:tagLst>
</file>

<file path=ppt/tags/tag295.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96.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97.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29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 name="KSO_WM_TEMPLATE_INDEX" val="40490573"/>
  <p:tag name="KSO_WM_TEMPLATE_CATEGORY" val="custom"/>
</p:tagLst>
</file>

<file path=ppt/tags/tag299.xml><?xml version="1.0" encoding="utf-8"?>
<p:tagLst xmlns:p="http://schemas.openxmlformats.org/presentationml/2006/main">
  <p:tag name="KSO_WM_UNIT_TYPE" val="i"/>
  <p:tag name="KSO_WM_UNIT_INDEX" val="1"/>
  <p:tag name="KSO_WM_BEAUTIFY_FLAG" val="#wm#"/>
  <p:tag name="KSO_WM_TAG_VERSION" val="3.0"/>
  <p:tag name="KSO_WM_UNIT_ID" val="_9*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00.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01.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02.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03.xml><?xml version="1.0" encoding="utf-8"?>
<p:tagLst xmlns:p="http://schemas.openxmlformats.org/presentationml/2006/main">
  <p:tag name="KSO_WM_BEAUTIFY_FLAG" val="#wm#"/>
  <p:tag name="KSO_WM_FIGMA_FLAG" val="#fgm#"/>
  <p:tag name="KSO_WM_UNIT_INDEX" val="1"/>
  <p:tag name="KSO_WM_UNIT_SUBTYPE" val="c"/>
  <p:tag name="KSO_WM_UNIT_TEXT_TYPE" val="1"/>
  <p:tag name="KSO_WM_UNIT_TYPE" val="f"/>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04.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9d5a6e8d833aaa5eb7436aa53f0c199f1cef2336"/>
  <p:tag name="KSO_WM_NEWLAYOUT_ID" val="5448"/>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05.xml><?xml version="1.0" encoding="utf-8"?>
<p:tagLst xmlns:p="http://schemas.openxmlformats.org/presentationml/2006/main">
  <p:tag name="KSO_WM_UNIT_TYPE" val="f"/>
  <p:tag name="KSO_WM_BEAUTIFY_FLAG" val="#wm#"/>
  <p:tag name="KSO_WM_FIGMA_FLAG" val="#fgm#"/>
  <p:tag name="KSO_WM_UNIT_INDEX" val="2"/>
  <p:tag name="KSO_WM_UNIT_SUBTYPE" val="b"/>
  <p:tag name="KSO_WM_UNIT_TEXT_TYPE" val="1"/>
  <p:tag name="KSO_WM_UNIT_ID" val="_9*f*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06.xml><?xml version="1.0" encoding="utf-8"?>
<p:tagLst xmlns:p="http://schemas.openxmlformats.org/presentationml/2006/main">
  <p:tag name="KSO_WM_UNIT_TYPE" val="i"/>
  <p:tag name="KSO_WM_UNIT_INDEX" val="2"/>
  <p:tag name="KSO_WM_BEAUTIFY_FLAG" val="#wm#"/>
  <p:tag name="KSO_WM_TAG_VERSION" val="3.0"/>
  <p:tag name="KSO_WM_UNIT_ID" val="_1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07.xml><?xml version="1.0" encoding="utf-8"?>
<p:tagLst xmlns:p="http://schemas.openxmlformats.org/presentationml/2006/main">
  <p:tag name="KSO_WM_UNIT_TYPE" val="i"/>
  <p:tag name="KSO_WM_UNIT_INDEX" val="1"/>
  <p:tag name="KSO_WM_BEAUTIFY_FLAG" val="#wm#"/>
  <p:tag name="KSO_WM_TAG_VERSION" val="3.0"/>
  <p:tag name="KSO_WM_UNIT_ID" val="_1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08.xml><?xml version="1.0" encoding="utf-8"?>
<p:tagLst xmlns:p="http://schemas.openxmlformats.org/presentationml/2006/main">
  <p:tag name="KSO_WM_UNIT_TYPE" val="i"/>
  <p:tag name="KSO_WM_UNIT_INDEX" val="3"/>
  <p:tag name="KSO_WM_BEAUTIFY_FLAG" val="#wm#"/>
  <p:tag name="KSO_WM_TAG_VERSION" val="3.0"/>
  <p:tag name="KSO_WM_UNIT_ID" val="_1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09.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10.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11.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12.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e437a6cf87a777be1ec244d5c71a4ccffa8c68ab"/>
  <p:tag name="KSO_WM_NEWLAYOUT_ID" val="5453"/>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13.xml><?xml version="1.0" encoding="utf-8"?>
<p:tagLst xmlns:p="http://schemas.openxmlformats.org/presentationml/2006/main">
  <p:tag name="KSO_WM_UNIT_TYPE" val="e"/>
  <p:tag name="KSO_WM_BEAUTIFY_FLAG" val="#wm#"/>
  <p:tag name="KSO_WM_FIGMA_FLAG" val="#fgm#"/>
  <p:tag name="KSO_WM_UNIT_INDEX" val="1"/>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14.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15.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16.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17.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18.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19.xml><?xml version="1.0" encoding="utf-8"?>
<p:tagLst xmlns:p="http://schemas.openxmlformats.org/presentationml/2006/main">
  <p:tag name="KSO_WM_UNIT_TYPE" val="b"/>
  <p:tag name="KSO_WM_BEAUTIFY_FLAG" val="#wm#"/>
  <p:tag name="KSO_WM_FIGMA_FLAG" val="#fgm#"/>
  <p:tag name="KSO_WM_UNIT_INDEX" val="1"/>
  <p:tag name="KSO_WM_UNIT_TEXT_TYPE" val="1"/>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20.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5e21d44af547cb237df38edfb420c130c8d4e6cb"/>
  <p:tag name="KSO_WM_NEWLAYOUT_ID" val="5460"/>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2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2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2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24.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325.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7b44bfd2419cae341c63cea49430d15869841f40"/>
  <p:tag name="KSO_WM_NEWLAYOUT_ID" val="1"/>
</p:tagLst>
</file>

<file path=ppt/tags/tag326.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327.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Lst>
</file>

<file path=ppt/tags/tag32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29.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33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Lst>
</file>

<file path=ppt/tags/tag33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32.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33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Lst>
</file>

<file path=ppt/tags/tag33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35.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336.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Lst>
</file>

<file path=ppt/tags/tag337.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338.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3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0573"/>
</p:tagLst>
</file>

<file path=ppt/tags/tag340.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40490573"/>
</p:tagLst>
</file>

<file path=ppt/tags/tag34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42.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4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44.xml><?xml version="1.0" encoding="utf-8"?>
<p:tagLst xmlns:p="http://schemas.openxmlformats.org/presentationml/2006/main">
  <p:tag name="KSO_WM_TEMPLATE_SUBCATEGORY" val="29"/>
  <p:tag name="KSO_WM_BEAUTIFY_FLAG" val="#wm#"/>
  <p:tag name="KSO_WM_TEMPLATE_SLIDE_ID" val="slide_4b787e1769c53a6b"/>
  <p:tag name="KSO_WM_TEMPLATE_THUMBS_INDEX" val="1、9"/>
  <p:tag name="KSO_WM_TEMPLATE_INDEX" val="40490573"/>
  <p:tag name="KSO_WM_TEMPLATE_CATEGORY" val="custom"/>
  <p:tag name="KSO_WM_TEMPLATE_MASTER_TYPE" val="0"/>
  <p:tag name="KSO_WM_TAG_VERSION" val="3.0"/>
</p:tagLst>
</file>

<file path=ppt/tags/tag345.xml><?xml version="1.0" encoding="utf-8"?>
<p:tagLst xmlns:p="http://schemas.openxmlformats.org/presentationml/2006/main">
  <p:tag name="KSO_WM_AITEMPLATE_STYLE_ID" val="69796640259"/>
</p:tagLst>
</file>

<file path=ppt/tags/tag346.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9d5a6e8d833aaa5eb7436aa53f0c199f1cef2336"/>
  <p:tag name="KSO_WM_NEWLAYOUT_ID" val="5448"/>
  <p:tag name="KSO_WM_UNIT_PRESET_TEXT" val="单击此处&#10;添加文档标题"/>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47.xml><?xml version="1.0" encoding="utf-8"?>
<p:tagLst xmlns:p="http://schemas.openxmlformats.org/presentationml/2006/main">
  <p:tag name="KSO_WM_SLIDE_CONTENT_ORIENTATION" val="right"/>
  <p:tag name="KSO_WM_SLIDE_HAS_MASK" val="0"/>
  <p:tag name="KSO_WM_SLIDE_ITEM_CNT" val="0"/>
  <p:tag name="KSO_WM_SLIDE_TYPE" val="title"/>
  <p:tag name="KSO_WM_TEMPLATE_SUBCATEGORY" val="29"/>
  <p:tag name="KSO_WM_BEAUTIFY_FLAG" val="#wm#"/>
  <p:tag name="KSO_WM_TEMPLATE_SLIDE_ID" val="slide_4b787e1769c53a6b"/>
  <p:tag name="KSO_WM_TEMPLATE_THUMBS_INDEX" val="1、9"/>
  <p:tag name="KSO_WM_TEMPLATE_INDEX" val="40490573"/>
  <p:tag name="KSO_WM_TEMPLATE_CATEGORY" val="custom"/>
  <p:tag name="KSO_WM_SLIDE_INDEX" val="1"/>
  <p:tag name="KSO_WM_SLIDE_ID" val="custom40490573_1"/>
  <p:tag name="KSO_WM_TEMPLATE_MASTER_TYPE" val="0"/>
  <p:tag name="KSO_WM_SLIDE_LAYOUT" val="a_f"/>
  <p:tag name="KSO_WM_SLIDE_LAYOUT_CNT" val="1_2"/>
  <p:tag name="KSO_WM_TAG_VERSION" val="3.0"/>
</p:tagLst>
</file>

<file path=ppt/tags/tag348.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349.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1d44bb9e481141db97c30fd2619270ed2fd976f7"/>
  <p:tag name="KSO_WM_NEWLAYOUT_GROUP_ID" val="layout_1-5"/>
  <p:tag name="KSO_WM_NEWLAYOUT_ID" val="slide_cea45c27deb23863"/>
</p:tagLst>
</file>

<file path=ppt/tags/tag350.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 name="KSO_WM_UNIT_PRESET_TEXT" val="01"/>
  <p:tag name="KSO_WM_SLIDE_FIGMA_DIAGRAM" val="1"/>
</p:tagLst>
</file>

<file path=ppt/tags/tag351.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 name="KSO_WM_UNIT_PRESET_TEXT" val=" "/>
  <p:tag name="KSO_WM_SLIDE_FIGMA_DIAGRAM" val="1"/>
</p:tagLst>
</file>

<file path=ppt/tags/tag35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 name="KSO_WM_SLIDE_FIGMA_DIAGRAM" val="1"/>
</p:tagLst>
</file>

<file path=ppt/tags/tag353.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 name="KSO_WM_UNIT_PRESET_TEXT" val="02"/>
  <p:tag name="KSO_WM_SLIDE_FIGMA_DIAGRAM" val="1"/>
</p:tagLst>
</file>

<file path=ppt/tags/tag354.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 name="KSO_WM_UNIT_PRESET_TEXT" val=" "/>
  <p:tag name="KSO_WM_SLIDE_FIGMA_DIAGRAM" val="1"/>
</p:tagLst>
</file>

<file path=ppt/tags/tag35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 name="KSO_WM_SLIDE_FIGMA_DIAGRAM" val="1"/>
</p:tagLst>
</file>

<file path=ppt/tags/tag356.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 name="KSO_WM_UNIT_PRESET_TEXT" val="03"/>
  <p:tag name="KSO_WM_SLIDE_FIGMA_DIAGRAM" val="1"/>
</p:tagLst>
</file>

<file path=ppt/tags/tag357.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 name="KSO_WM_UNIT_PRESET_TEXT" val=" "/>
  <p:tag name="KSO_WM_SLIDE_FIGMA_DIAGRAM" val="1"/>
</p:tagLst>
</file>

<file path=ppt/tags/tag35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 name="KSO_WM_SLIDE_FIGMA_DIAGRAM" val="1"/>
</p:tagLst>
</file>

<file path=ppt/tags/tag359.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 name="KSO_WM_UNIT_PRESET_TEXT" val="04"/>
  <p:tag name="KSO_WM_SLIDE_FIGMA_DIAGRAM" val="1"/>
</p:tagLst>
</file>

<file path=ppt/tags/tag36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 name="KSO_WM_UNIT_PRESET_TEXT" val=" "/>
  <p:tag name="KSO_WM_SLIDE_FIGMA_DIAGRAM" val="1"/>
</p:tagLst>
</file>

<file path=ppt/tags/tag361.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 name="KSO_WM_SLIDE_FIGMA_DIAGRAM" val="1"/>
</p:tagLst>
</file>

<file path=ppt/tags/tag362.xml><?xml version="1.0" encoding="utf-8"?>
<p:tagLst xmlns:p="http://schemas.openxmlformats.org/presentationml/2006/main">
  <p:tag name="KSO_WM_BEAUTIFY_FLAG" val="#fgm#"/>
  <p:tag name="KSO_WM_DIAGRAM_GROUP_CODE" val="1"/>
  <p:tag name="KSO_WM_FIGMA_FLAG" val="#fgm#"/>
  <p:tag name="KSO_WM_UNIT_INDEX" val="1_5_1"/>
  <p:tag name="KSO_WM_UNIT_SUBTYPE" val="d"/>
  <p:tag name="KSO_WM_UNIT_TYPE" val="l_h_i"/>
  <p:tag name="KSO_WM_UNIT_PRESET_TEXT" val="05"/>
  <p:tag name="KSO_WM_SLIDE_FIGMA_DIAGRAM" val="1"/>
</p:tagLst>
</file>

<file path=ppt/tags/tag36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5_2"/>
  <p:tag name="KSO_WM_UNIT_TYPE" val="l_h_i"/>
  <p:tag name="KSO_WM_UNIT_PRESET_TEXT" val=" "/>
  <p:tag name="KSO_WM_SLIDE_FIGMA_DIAGRAM" val="1"/>
</p:tagLst>
</file>

<file path=ppt/tags/tag364.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 name="KSO_WM_UNIT_PRESET_TEXT" val="单击此处添加项标题"/>
  <p:tag name="KSO_WM_SLIDE_FIGMA_DIAGRAM" val="1"/>
</p:tagLst>
</file>

<file path=ppt/tags/tag365.xml><?xml version="1.0" encoding="utf-8"?>
<p:tagLst xmlns:p="http://schemas.openxmlformats.org/presentationml/2006/main">
  <p:tag name="KSO_WM_SLIDE_CONTENT_ORIENTATION" val=""/>
  <p:tag name="KSO_WM_SLIDE_HAS_MASK" val="0"/>
  <p:tag name="KSO_WM_SLIDE_ITEM_CNT" val="5"/>
  <p:tag name="KSO_WM_SLIDE_TYPE" val="contents"/>
  <p:tag name="KSO_WM_TEMPLATE_SUBCATEGORY" val="29"/>
  <p:tag name="KSO_WM_BEAUTIFY_FLAG" val="#wm#"/>
  <p:tag name="KSO_WM_TEMPLATE_FIGMA_ID" val="69796640259"/>
  <p:tag name="KSO_WM_TEMPLATE_SLIDE_ID" val="slide_cea45c27deb23863"/>
</p:tagLst>
</file>

<file path=ppt/tags/tag366.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e437a6cf87a777be1ec244d5c71a4ccffa8c68ab"/>
  <p:tag name="KSO_WM_NEWLAYOUT_ID" val="5453"/>
  <p:tag name="KSO_WM_UNIT_PRESET_TEXT" val="单击此处添加章节标题"/>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67.xml><?xml version="1.0" encoding="utf-8"?>
<p:tagLst xmlns:p="http://schemas.openxmlformats.org/presentationml/2006/main">
  <p:tag name="KSO_WM_UNIT_TYPE" val="e"/>
  <p:tag name="KSO_WM_BEAUTIFY_FLAG" val="#wm#"/>
  <p:tag name="KSO_WM_FIGMA_FLAG" val="#fgm#"/>
  <p:tag name="KSO_WM_UNIT_INDEX" val="1"/>
  <p:tag name="KSO_WM_UNIT_PRESET_TEXT" val="01"/>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68.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90573"/>
  <p:tag name="KSO_WM_TEMPLATE_CATEGORY" val="custom"/>
  <p:tag name="KSO_WM_SLIDE_INDEX" val="3"/>
  <p:tag name="KSO_WM_SLIDE_ID" val="custom40490573_7"/>
  <p:tag name="KSO_WM_TEMPLATE_MASTER_TYPE" val="0"/>
  <p:tag name="KSO_WM_SLIDE_LAYOUT" val="a_e"/>
  <p:tag name="KSO_WM_SLIDE_LAYOUT_CNT" val="1_1"/>
  <p:tag name="KSO_WM_TAG_VERSION" val="3.0"/>
</p:tagLst>
</file>

<file path=ppt/tags/tag369.xml><?xml version="1.0" encoding="utf-8"?>
<p:tagLst xmlns:p="http://schemas.openxmlformats.org/presentationml/2006/main">
  <p:tag name="KSO_WM_BEAUTIFY_FLAG" val="#fgm#"/>
  <p:tag name="KSO_WM_FIGMA_FLAG" val="#fgm#"/>
  <p:tag name="KSO_WM_UNIT_INDEX" val="1"/>
  <p:tag name="KSO_WM_UNIT_TYPE" val="a"/>
  <p:tag name="KSO_WM_LAYOUT_CHECK_HASH" val="a8f39e3966c6643b3aafe2de1cd6d6c355150fe9"/>
  <p:tag name="KSO_WM_NEWLAYOUT_GROUP_ID" val="layout_26"/>
  <p:tag name="KSO_WM_NEWLAYOUT_ID" val="slide_1782e10a2508866f"/>
  <p:tag name="KSO_WM_UNIT_PRESET_TEXT" val="单击此处添加标题"/>
</p:tagLst>
</file>

<file path=ppt/tags/tag37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371.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http://zh-ai-group.ks3-cn-beijing-internal.ksyun.com/image_generate/image_process/production/202511/140dfd62-c403-4623-a778-0a6730be9aac.jpg?Expires=1794618732\u0026AWSAccessKeyId=AKLT9NSy7kh8TIS1UzNqLRY2\u0026Signature=CBk3l2x6UplRbKgbbtowmHWjd%2FM%3D&quot;,&quot;product_name&quot;:&quot;wps-wpp-pc&quot;,&quot;intention_code&quot;:&quot;wps_wpp_generate_outline_pay&quot;}*auto_qingqiu_3.0.2_prod*6234613436383962626436653365616231323361656331663866623961633364-slide-3"/>
</p:tagLst>
</file>

<file path=ppt/tags/tag37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37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37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375.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id&quot;:&quot;http://zh-ai-group.ks3-cn-beijing-internal.ksyun.com/image_generate/image_process/production/202511/8774c59a-707d-4b9c-bf6f-71f082470bd2.jpg?Expires=1794618731\u0026AWSAccessKeyId=AKLT9NSy7kh8TIS1UzNqLRY2\u0026Signature=9Oug1dIMC2kXxv3LU4256D3MJHE%3D&quot;,&quot;product_name&quot;:&quot;wps-wpp-pc&quot;,&quot;intention_code&quot;:&quot;wps_wpp_generate_outline_pay&quot;}*auto_qingqiu_3.0.2_prod*6234613436383962626436653365616231323361656331663866623961633364-slide-3"/>
</p:tagLst>
</file>

<file path=ppt/tags/tag37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37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378.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1782e10a2508866f"/>
</p:tagLst>
</file>

<file path=ppt/tags/tag379.xml><?xml version="1.0" encoding="utf-8"?>
<p:tagLst xmlns:p="http://schemas.openxmlformats.org/presentationml/2006/main">
  <p:tag name="KSO_WM_BEAUTIFY_FLAG" val="#fgm#"/>
  <p:tag name="KSO_WM_FIGMA_FLAG" val="#fgm#"/>
  <p:tag name="KSO_WM_UNIT_INDEX" val="1"/>
  <p:tag name="KSO_WM_UNIT_TYPE" val="a"/>
  <p:tag name="KSO_WM_LAYOUT_CHECK_HASH" val="432a6f6c6f1d373e7e752e45aff11d5fef19e723"/>
  <p:tag name="KSO_WM_NEWLAYOUT_GROUP_ID" val="layout_6"/>
  <p:tag name="KSO_WM_NEWLAYOUT_ID" val="slide_acc7948a249ecb22"/>
  <p:tag name="KSO_WM_UNIT_PRESET_TEXT" val="单击此处添加标题"/>
</p:tagLst>
</file>

<file path=ppt/tags/tag380.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http://zh-ai-group.ks3-cn-beijing-internal.ksyun.com/image_generate/image_process/production/202511/1ea442b9-6e56-4ec6-bc6c-80026bcd56bf.jpg?Expires=1794618731\u0026AWSAccessKeyId=AKLT9NSy7kh8TIS1UzNqLRY2\u0026Signature=Ar74lVsTTYfTEbi4eCQzC5erdFY%3D&quot;,&quot;product_name&quot;:&quot;wps-wpp-pc&quot;,&quot;intention_code&quot;:&quot;wps_wpp_generate_outline_pay&quot;}*auto_qingqiu_3.0.2_prod*6234613436383962626436653365616231323361656331663866623961633364-slide-4"/>
</p:tagLst>
</file>

<file path=ppt/tags/tag381.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38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38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384.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38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38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38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38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389.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390.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40259"/>
  <p:tag name="KSO_WM_TEMPLATE_SLIDE_ID" val="slide_acc7948a249ecb22"/>
</p:tagLst>
</file>

<file path=ppt/tags/tag391.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e437a6cf87a777be1ec244d5c71a4ccffa8c68ab"/>
  <p:tag name="KSO_WM_NEWLAYOUT_ID" val="5453"/>
  <p:tag name="KSO_WM_UNIT_PRESET_TEXT" val="单击此处添加章节标题"/>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92.xml><?xml version="1.0" encoding="utf-8"?>
<p:tagLst xmlns:p="http://schemas.openxmlformats.org/presentationml/2006/main">
  <p:tag name="KSO_WM_UNIT_TYPE" val="e"/>
  <p:tag name="KSO_WM_BEAUTIFY_FLAG" val="#wm#"/>
  <p:tag name="KSO_WM_FIGMA_FLAG" val="#fgm#"/>
  <p:tag name="KSO_WM_UNIT_INDEX" val="1"/>
  <p:tag name="KSO_WM_UNIT_PRESET_TEXT" val="01"/>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393.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90573"/>
  <p:tag name="KSO_WM_TEMPLATE_CATEGORY" val="custom"/>
  <p:tag name="KSO_WM_SLIDE_INDEX" val="3"/>
  <p:tag name="KSO_WM_SLIDE_ID" val="custom40490573_7"/>
  <p:tag name="KSO_WM_TEMPLATE_MASTER_TYPE" val="0"/>
  <p:tag name="KSO_WM_SLIDE_LAYOUT" val="a_e"/>
  <p:tag name="KSO_WM_SLIDE_LAYOUT_CNT" val="1_1"/>
  <p:tag name="KSO_WM_TAG_VERSION" val="3.0"/>
</p:tagLst>
</file>

<file path=ppt/tags/tag394.xml><?xml version="1.0" encoding="utf-8"?>
<p:tagLst xmlns:p="http://schemas.openxmlformats.org/presentationml/2006/main">
  <p:tag name="KSO_WM_BEAUTIFY_FLAG" val="#fgm#"/>
  <p:tag name="KSO_WM_FIGMA_FLAG" val="#fgm#"/>
  <p:tag name="KSO_WM_UNIT_INDEX" val="1"/>
  <p:tag name="KSO_WM_UNIT_TYPE" val="a"/>
  <p:tag name="KSO_WM_LAYOUT_CHECK_HASH" val="b880b0671a3d9e3aca0f32cbbae1f365c43336af"/>
  <p:tag name="KSO_WM_NEWLAYOUT_GROUP_ID" val="layout_30"/>
  <p:tag name="KSO_WM_NEWLAYOUT_ID" val="slide_6362b5619019af55"/>
  <p:tag name="KSO_WM_UNIT_PRESET_TEXT" val="单击此处添加标题"/>
</p:tagLst>
</file>

<file path=ppt/tags/tag395.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http://zh-ai-group.ks3-cn-beijing-internal.ksyun.com/image_generate/image_process/production/202511/28a95e55-25b1-4432-8af4-f04e3c8900d9.jpg?Expires=1794618731\u0026AWSAccessKeyId=AKLT9NSy7kh8TIS1UzNqLRY2\u0026Signature=%2B%2BNii0RNN7sPlTA5rHoIrGM5CA0%3D&quot;,&quot;product_name&quot;:&quot;wps-wpp-pc&quot;,&quot;intention_code&quot;:&quot;wps_wpp_generate_outline_pay&quot;}*auto_qingqiu_3.0.2_prod*6234613436383962626436653365616231323361656331663866623961633364-slide-6"/>
</p:tagLst>
</file>

<file path=ppt/tags/tag396.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39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39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39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0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0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02.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6362b5619019af55"/>
</p:tagLst>
</file>

<file path=ppt/tags/tag403.xml><?xml version="1.0" encoding="utf-8"?>
<p:tagLst xmlns:p="http://schemas.openxmlformats.org/presentationml/2006/main">
  <p:tag name="KSO_WM_BEAUTIFY_FLAG" val="#fgm#"/>
  <p:tag name="KSO_WM_FIGMA_FLAG" val="#fgm#"/>
  <p:tag name="KSO_WM_UNIT_INDEX" val="1"/>
  <p:tag name="KSO_WM_UNIT_TYPE" val="a"/>
  <p:tag name="KSO_WM_LAYOUT_CHECK_HASH" val="4df206101c688261c23081a5d53412956634746b"/>
  <p:tag name="KSO_WM_NEWLAYOUT_GROUP_ID" val="layout_3"/>
  <p:tag name="KSO_WM_NEWLAYOUT_ID" val="slide_ab13dcddb777c9c4"/>
  <p:tag name="KSO_WM_UNIT_PRESET_TEXT" val="单击此处添加标题"/>
</p:tagLst>
</file>

<file path=ppt/tags/tag404.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05.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40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0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08.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09.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41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1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12.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ab13dcddb777c9c4"/>
</p:tagLst>
</file>

<file path=ppt/tags/tag413.xml><?xml version="1.0" encoding="utf-8"?>
<p:tagLst xmlns:p="http://schemas.openxmlformats.org/presentationml/2006/main">
  <p:tag name="KSO_WM_BEAUTIFY_FLAG" val="#fgm#"/>
  <p:tag name="KSO_WM_FIGMA_FLAG" val="#fgm#"/>
  <p:tag name="KSO_WM_UNIT_INDEX" val="1"/>
  <p:tag name="KSO_WM_UNIT_TYPE" val="a"/>
  <p:tag name="KSO_WM_LAYOUT_CHECK_HASH" val="a05cf1996281ae669ddc9c068d5e9d1d4230be5e"/>
  <p:tag name="KSO_WM_NEWLAYOUT_GROUP_ID" val="layout_57"/>
  <p:tag name="KSO_WM_NEWLAYOUT_ID" val="slide_2dcca3900a93bfc0"/>
  <p:tag name="KSO_WM_UNIT_PRESET_TEXT" val="单击此处添加标题"/>
</p:tagLst>
</file>

<file path=ppt/tags/tag414.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15.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http://zh-ai-group.ks3-cn-beijing-internal.ksyun.com/image_generate/image_process/production/202511/1e46a940-6e33-4aaf-a62f-2994ca11f1d6.jpg?Expires=1794618730\u0026AWSAccessKeyId=AKLT9NSy7kh8TIS1UzNqLRY2\u0026Signature=iZmSJ3n%2FaEb7qAXdXNqqGRbmAhk%3D&quot;,&quot;product_name&quot;:&quot;wps-wpp-pc&quot;,&quot;intention_code&quot;:&quot;wps_wpp_generate_outline_pay&quot;}*auto_qingqiu_3.0.2_prod*6234613436383962626436653365616231323361656331663866623961633364-slide-8"/>
</p:tagLst>
</file>

<file path=ppt/tags/tag41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1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18.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19.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id&quot;:&quot;http://zh-ai-group.ks3-cn-beijing-internal.ksyun.com/image_generate/image_process/production/202511/7246b5a4-8baf-4db6-8185-94e23f9f8380.jpg?Expires=1794618731\u0026AWSAccessKeyId=AKLT9NSy7kh8TIS1UzNqLRY2\u0026Signature=FzzlHE0Cd9d9C06cg05mmIqg2Vo%3D&quot;,&quot;product_name&quot;:&quot;wps-wpp-pc&quot;,&quot;intention_code&quot;:&quot;wps_wpp_generate_outline_pay&quot;}*auto_qingqiu_3.0.2_prod*6234613436383962626436653365616231323361656331663866623961633364-slide-8"/>
</p:tagLst>
</file>

<file path=ppt/tags/tag42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2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22.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2dcca3900a93bfc0"/>
</p:tagLst>
</file>

<file path=ppt/tags/tag423.xml><?xml version="1.0" encoding="utf-8"?>
<p:tagLst xmlns:p="http://schemas.openxmlformats.org/presentationml/2006/main">
  <p:tag name="KSO_WM_BEAUTIFY_FLAG" val="#fgm#"/>
  <p:tag name="KSO_WM_FIGMA_FLAG" val="#fgm#"/>
  <p:tag name="KSO_WM_UNIT_INDEX" val="1"/>
  <p:tag name="KSO_WM_UNIT_TYPE" val="a"/>
  <p:tag name="KSO_WM_LAYOUT_CHECK_HASH" val="a2c7d23ee59bef262a7b86d6e7e15a1684326593"/>
  <p:tag name="KSO_WM_NEWLAYOUT_GROUP_ID" val="layout_42"/>
  <p:tag name="KSO_WM_NEWLAYOUT_ID" val="slide_c88a85b3a72d5464"/>
  <p:tag name="KSO_WM_UNIT_PRESET_TEXT" val="单击此处添加标题"/>
</p:tagLst>
</file>

<file path=ppt/tags/tag424.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http://zh-ai-group.ks3-cn-beijing-internal.ksyun.com/image_generate/image_process/production/202511/6861fa97-9945-44b7-8af2-94ff6d0b93f4.jpg?Expires=1794618733\u0026AWSAccessKeyId=AKLT9NSy7kh8TIS1UzNqLRY2\u0026Signature=OohO5BRh6vqabcWTzsXzBpI%2FXGY%3D&quot;,&quot;product_name&quot;:&quot;wps-wpp-pc&quot;,&quot;intention_code&quot;:&quot;wps_wpp_generate_outline_pay&quot;}*auto_qingqiu_3.0.2_prod*6234613436383962626436653365616231323361656331663866623961633364-slide-9"/>
</p:tagLst>
</file>

<file path=ppt/tags/tag42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2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2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2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2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3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31.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c88a85b3a72d5464"/>
</p:tagLst>
</file>

<file path=ppt/tags/tag432.xml><?xml version="1.0" encoding="utf-8"?>
<p:tagLst xmlns:p="http://schemas.openxmlformats.org/presentationml/2006/main">
  <p:tag name="KSO_WM_BEAUTIFY_FLAG" val="#fgm#"/>
  <p:tag name="KSO_WM_FIGMA_FLAG" val="#fgm#"/>
  <p:tag name="KSO_WM_UNIT_INDEX" val="1"/>
  <p:tag name="KSO_WM_UNIT_TYPE" val="a"/>
  <p:tag name="KSO_WM_LAYOUT_CHECK_HASH" val="a37b5d6ee23f1b7b505790e22f6c39cc64ded8fe"/>
  <p:tag name="KSO_WM_NEWLAYOUT_GROUP_ID" val="layout_38"/>
  <p:tag name="KSO_WM_NEWLAYOUT_ID" val="slide_aa62b3640af52fc2"/>
  <p:tag name="KSO_WM_UNIT_PRESET_TEXT" val="单击此处添加标题"/>
</p:tagLst>
</file>

<file path=ppt/tags/tag43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434.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http://zh-ai-group.ks3-cn-beijing-internal.ksyun.com/image_generate/image_process/production/202511/ee1f196b-a24e-4e93-90f0-c090720548ff.jpg?Expires=1794618731\u0026AWSAccessKeyId=AKLT9NSy7kh8TIS1UzNqLRY2\u0026Signature=%2BL0cY%2BPmCbwxAf%2BI%2FFap12WmFtM%3D&quot;,&quot;product_name&quot;:&quot;wps-wpp-pc&quot;,&quot;intention_code&quot;:&quot;wps_wpp_generate_outline_pay&quot;}*auto_qingqiu_3.0.2_prod*6234613436383962626436653365616231323361656331663866623961633364-slide-10"/>
</p:tagLst>
</file>

<file path=ppt/tags/tag43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3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3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438.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id&quot;:&quot;http://zh-ai-group.ks3-cn-beijing-internal.ksyun.com/image_generate/image_process/production/202511/9b7aace4-9f85-47ad-b1be-e8d02ff52ca9.jpg?Expires=1794618730\u0026AWSAccessKeyId=AKLT9NSy7kh8TIS1UzNqLRY2\u0026Signature=6M3wrIMfP0XESMG3PgFzeRUKMyA%3D&quot;,&quot;product_name&quot;:&quot;wps-wpp-pc&quot;,&quot;intention_code&quot;:&quot;wps_wpp_generate_outline_pay&quot;}*auto_qingqiu_3.0.2_prod*6234613436383962626436653365616231323361656331663866623961633364-slide-10"/>
</p:tagLst>
</file>

<file path=ppt/tags/tag43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4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41.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aa62b3640af52fc2"/>
</p:tagLst>
</file>

<file path=ppt/tags/tag442.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e437a6cf87a777be1ec244d5c71a4ccffa8c68ab"/>
  <p:tag name="KSO_WM_NEWLAYOUT_ID" val="5453"/>
  <p:tag name="KSO_WM_UNIT_PRESET_TEXT" val="单击此处添加章节标题"/>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443.xml><?xml version="1.0" encoding="utf-8"?>
<p:tagLst xmlns:p="http://schemas.openxmlformats.org/presentationml/2006/main">
  <p:tag name="KSO_WM_UNIT_TYPE" val="e"/>
  <p:tag name="KSO_WM_BEAUTIFY_FLAG" val="#wm#"/>
  <p:tag name="KSO_WM_FIGMA_FLAG" val="#fgm#"/>
  <p:tag name="KSO_WM_UNIT_INDEX" val="1"/>
  <p:tag name="KSO_WM_UNIT_PRESET_TEXT" val="01"/>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444.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90573"/>
  <p:tag name="KSO_WM_TEMPLATE_CATEGORY" val="custom"/>
  <p:tag name="KSO_WM_SLIDE_INDEX" val="3"/>
  <p:tag name="KSO_WM_SLIDE_ID" val="custom40490573_7"/>
  <p:tag name="KSO_WM_TEMPLATE_MASTER_TYPE" val="0"/>
  <p:tag name="KSO_WM_SLIDE_LAYOUT" val="a_e"/>
  <p:tag name="KSO_WM_SLIDE_LAYOUT_CNT" val="1_1"/>
  <p:tag name="KSO_WM_TAG_VERSION" val="3.0"/>
</p:tagLst>
</file>

<file path=ppt/tags/tag445.xml><?xml version="1.0" encoding="utf-8"?>
<p:tagLst xmlns:p="http://schemas.openxmlformats.org/presentationml/2006/main">
  <p:tag name="KSO_WM_BEAUTIFY_FLAG" val="#fgm#"/>
  <p:tag name="KSO_WM_FIGMA_FLAG" val="#fgm#"/>
  <p:tag name="KSO_WM_UNIT_INDEX" val="1"/>
  <p:tag name="KSO_WM_UNIT_TYPE" val="a"/>
  <p:tag name="KSO_WM_LAYOUT_CHECK_HASH" val="3086ea517f673cfa22be5fc8d9b7d6d97edb246f"/>
  <p:tag name="KSO_WM_NEWLAYOUT_GROUP_ID" val="layout_51"/>
  <p:tag name="KSO_WM_NEWLAYOUT_ID" val="slide_b5165c4e12380948"/>
  <p:tag name="KSO_WM_UNIT_PRESET_TEXT" val="单击此处添加标题"/>
</p:tagLst>
</file>

<file path=ppt/tags/tag446.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http://zh-ai-group.ks3-cn-beijing-internal.ksyun.com/image_generate/image_process/production/202511/8c57425a-e016-45a4-b940-67c8bfc0ffee.jpg?Expires=1794618731\u0026AWSAccessKeyId=AKLT9NSy7kh8TIS1UzNqLRY2\u0026Signature=u78IbxaWVvNaV6T%2F6k1ebIPlp3Y%3D&quot;,&quot;product_name&quot;:&quot;wps-wpp-pc&quot;,&quot;intention_code&quot;:&quot;wps_wpp_generate_outline_pay&quot;}*auto_qingqiu_3.0.2_prod*6234613436383962626436653365616231323361656331663866623961633364-slide-12"/>
</p:tagLst>
</file>

<file path=ppt/tags/tag447.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4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4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5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5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5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53.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b5165c4e12380948"/>
</p:tagLst>
</file>

<file path=ppt/tags/tag454.xml><?xml version="1.0" encoding="utf-8"?>
<p:tagLst xmlns:p="http://schemas.openxmlformats.org/presentationml/2006/main">
  <p:tag name="KSO_WM_BEAUTIFY_FLAG" val="#fgm#"/>
  <p:tag name="KSO_WM_FIGMA_FLAG" val="#fgm#"/>
  <p:tag name="KSO_WM_UNIT_INDEX" val="1"/>
  <p:tag name="KSO_WM_UNIT_TYPE" val="a"/>
  <p:tag name="KSO_WM_LAYOUT_CHECK_HASH" val="ab0913eb1491d2ddeb79c5a3ae5df39a0f5ca02c"/>
  <p:tag name="KSO_WM_NEWLAYOUT_GROUP_ID" val="layout_63"/>
  <p:tag name="KSO_WM_NEWLAYOUT_ID" val="slide_bf4a5822a39e10dd"/>
  <p:tag name="KSO_WM_UNIT_PRESET_TEXT" val="单击此处添加标题"/>
</p:tagLst>
</file>

<file path=ppt/tags/tag455.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http://zh-ai-group.ks3-cn-beijing-internal.ksyun.com/image_generate/image_process/production/202511/dde2eded-49ea-4b54-b070-b171d835e5b8.jpg?Expires=1794618730\u0026AWSAccessKeyId=AKLT9NSy7kh8TIS1UzNqLRY2\u0026Signature=6KeH%2FZzGaDJmsERbc7RBFUA4nBM%3D&quot;,&quot;product_name&quot;:&quot;wps-wpp-pc&quot;,&quot;intention_code&quot;:&quot;wps_wpp_generate_outline_pay&quot;}*auto_qingqiu_3.0.2_prod*6234613436383962626436653365616231323361656331663866623961633364-slide-13"/>
</p:tagLst>
</file>

<file path=ppt/tags/tag45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5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5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5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60.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bf4a5822a39e10dd"/>
</p:tagLst>
</file>

<file path=ppt/tags/tag461.xml><?xml version="1.0" encoding="utf-8"?>
<p:tagLst xmlns:p="http://schemas.openxmlformats.org/presentationml/2006/main">
  <p:tag name="KSO_WM_BEAUTIFY_FLAG" val="#fgm#"/>
  <p:tag name="KSO_WM_FIGMA_FLAG" val="#fgm#"/>
  <p:tag name="KSO_WM_UNIT_INDEX" val="1"/>
  <p:tag name="KSO_WM_UNIT_TYPE" val="a"/>
  <p:tag name="KSO_WM_LAYOUT_CHECK_HASH" val="c83df744552815c8bbde659d1d653f7e26e1e70b"/>
  <p:tag name="KSO_WM_NEWLAYOUT_GROUP_ID" val="layout_10007"/>
  <p:tag name="KSO_WM_NEWLAYOUT_ID" val="slide_6b62f1f9edcefd50"/>
  <p:tag name="KSO_WM_UNIT_PRESET_TEXT" val="单击此处添加标题"/>
</p:tagLst>
</file>

<file path=ppt/tags/tag46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6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6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6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66.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6b62f1f9edcefd50"/>
</p:tagLst>
</file>

<file path=ppt/tags/tag467.xml><?xml version="1.0" encoding="utf-8"?>
<p:tagLst xmlns:p="http://schemas.openxmlformats.org/presentationml/2006/main">
  <p:tag name="KSO_WM_BEAUTIFY_FLAG" val="#fgm#"/>
  <p:tag name="KSO_WM_FIGMA_FLAG" val="#fgm#"/>
  <p:tag name="KSO_WM_UNIT_INDEX" val="1"/>
  <p:tag name="KSO_WM_UNIT_TYPE" val="a"/>
  <p:tag name="KSO_WM_LAYOUT_CHECK_HASH" val="9b5657f26e8561ae019a3cb342e703a4a15228f9"/>
  <p:tag name="KSO_WM_NEWLAYOUT_GROUP_ID" val="layout_10008"/>
  <p:tag name="KSO_WM_NEWLAYOUT_ID" val="slide_fe4f003fc1f70f0a"/>
  <p:tag name="KSO_WM_UNIT_PRESET_TEXT" val="单击此处添加标题"/>
</p:tagLst>
</file>

<file path=ppt/tags/tag468.xml><?xml version="1.0" encoding="utf-8"?>
<p:tagLst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46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7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71.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47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7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74.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fe4f003fc1f70f0a"/>
</p:tagLst>
</file>

<file path=ppt/tags/tag475.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e437a6cf87a777be1ec244d5c71a4ccffa8c68ab"/>
  <p:tag name="KSO_WM_NEWLAYOUT_ID" val="5453"/>
  <p:tag name="KSO_WM_UNIT_PRESET_TEXT" val="单击此处添加章节标题"/>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476.xml><?xml version="1.0" encoding="utf-8"?>
<p:tagLst xmlns:p="http://schemas.openxmlformats.org/presentationml/2006/main">
  <p:tag name="KSO_WM_UNIT_TYPE" val="e"/>
  <p:tag name="KSO_WM_BEAUTIFY_FLAG" val="#wm#"/>
  <p:tag name="KSO_WM_FIGMA_FLAG" val="#fgm#"/>
  <p:tag name="KSO_WM_UNIT_INDEX" val="1"/>
  <p:tag name="KSO_WM_UNIT_PRESET_TEXT" val="01"/>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477.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90573"/>
  <p:tag name="KSO_WM_TEMPLATE_CATEGORY" val="custom"/>
  <p:tag name="KSO_WM_SLIDE_INDEX" val="3"/>
  <p:tag name="KSO_WM_SLIDE_ID" val="custom40490573_7"/>
  <p:tag name="KSO_WM_TEMPLATE_MASTER_TYPE" val="0"/>
  <p:tag name="KSO_WM_SLIDE_LAYOUT" val="a_e"/>
  <p:tag name="KSO_WM_SLIDE_LAYOUT_CNT" val="1_1"/>
  <p:tag name="KSO_WM_TAG_VERSION" val="3.0"/>
</p:tagLst>
</file>

<file path=ppt/tags/tag478.xml><?xml version="1.0" encoding="utf-8"?>
<p:tagLst xmlns:p="http://schemas.openxmlformats.org/presentationml/2006/main">
  <p:tag name="KSO_WM_BEAUTIFY_FLAG" val="#fgm#"/>
  <p:tag name="KSO_WM_FIGMA_FLAG" val="#fgm#"/>
  <p:tag name="KSO_WM_UNIT_INDEX" val="1"/>
  <p:tag name="KSO_WM_UNIT_TYPE" val="a"/>
  <p:tag name="KSO_WM_LAYOUT_CHECK_HASH" val="e641df6bacc166b55971ade998af03786855556e"/>
  <p:tag name="KSO_WM_NEWLAYOUT_GROUP_ID" val="layout_10012"/>
  <p:tag name="KSO_WM_NEWLAYOUT_ID" val="slide_1b601487e8903dfa"/>
  <p:tag name="KSO_WM_UNIT_PRESET_TEXT" val="单击此处添加标题"/>
</p:tagLst>
</file>

<file path=ppt/tags/tag479.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http://zh-ai-group.ks3-cn-beijing-internal.ksyun.com/image_generate/image_process/production/202511/cb3edf75-32e1-4f38-a621-ba8721d477e6.jpg?Expires=1794618730\u0026AWSAccessKeyId=AKLT9NSy7kh8TIS1UzNqLRY2\u0026Signature=q3Wv3WwXfB5ljQfBmy51zXbcgnw%3D&quot;,&quot;product_name&quot;:&quot;wps-wpp-pc&quot;,&quot;intention_code&quot;:&quot;wps_wpp_generate_outline_pay&quot;}*auto_qingqiu_3.0.2_prod*6234613436383962626436653365616231323361656331663866623961633364-slide-17"/>
</p:tagLst>
</file>

<file path=ppt/tags/tag48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8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8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8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8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48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86.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40259"/>
  <p:tag name="KSO_WM_TEMPLATE_SLIDE_ID" val="slide_1b601487e8903dfa"/>
</p:tagLst>
</file>

<file path=ppt/tags/tag487.xml><?xml version="1.0" encoding="utf-8"?>
<p:tagLst xmlns:p="http://schemas.openxmlformats.org/presentationml/2006/main">
  <p:tag name="KSO_WM_BEAUTIFY_FLAG" val="#fgm#"/>
  <p:tag name="KSO_WM_FIGMA_FLAG" val="#fgm#"/>
  <p:tag name="KSO_WM_UNIT_INDEX" val="1"/>
  <p:tag name="KSO_WM_UNIT_TYPE" val="a"/>
  <p:tag name="KSO_WM_LAYOUT_CHECK_HASH" val="048779d03279cd7807b3e9834e688208c3b4f265"/>
  <p:tag name="KSO_WM_NEWLAYOUT_GROUP_ID" val="layout_10013"/>
  <p:tag name="KSO_WM_NEWLAYOUT_ID" val="slide_0e0a25924a288a5d"/>
  <p:tag name="KSO_WM_UNIT_PRESET_TEXT" val="单击此处添加标题"/>
</p:tagLst>
</file>

<file path=ppt/tags/tag488.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http://zh-ai-group.ks3-cn-beijing-internal.ksyun.com/image_generate/image_process/production/202511/c4b6f59d-e0b1-4539-ad05-1e57dd583edd.jpg?Expires=1794618731\u0026AWSAccessKeyId=AKLT9NSy7kh8TIS1UzNqLRY2\u0026Signature=F3XwGMSDKNWRFUSsUMJuQM2dYwI%3D&quot;,&quot;product_name&quot;:&quot;wps-wpp-pc&quot;,&quot;intention_code&quot;:&quot;wps_wpp_generate_outline_pay&quot;}*auto_qingqiu_3.0.2_prod*6234613436383962626436653365616231323361656331663866623961633364-slide-18"/>
</p:tagLst>
</file>

<file path=ppt/tags/tag48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9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9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9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93.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0e0a25924a288a5d"/>
</p:tagLst>
</file>

<file path=ppt/tags/tag494.xml><?xml version="1.0" encoding="utf-8"?>
<p:tagLst xmlns:p="http://schemas.openxmlformats.org/presentationml/2006/main">
  <p:tag name="KSO_WM_BEAUTIFY_FLAG" val="#fgm#"/>
  <p:tag name="KSO_WM_FIGMA_FLAG" val="#fgm#"/>
  <p:tag name="KSO_WM_UNIT_INDEX" val="1"/>
  <p:tag name="KSO_WM_UNIT_TYPE" val="a"/>
  <p:tag name="KSO_WM_LAYOUT_CHECK_HASH" val="92dfc5ac16bec99beb7313a9ebb2c1278804d64c"/>
  <p:tag name="KSO_WM_NEWLAYOUT_GROUP_ID" val="layout_10003"/>
  <p:tag name="KSO_WM_NEWLAYOUT_ID" val="slide_2e5f3f4c52aaa365"/>
  <p:tag name="KSO_WM_UNIT_PRESET_TEXT" val="单击此处添加标题"/>
</p:tagLst>
</file>

<file path=ppt/tags/tag49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9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49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9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9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50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01.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2e5f3f4c52aaa365"/>
</p:tagLst>
</file>

<file path=ppt/tags/tag502.xml><?xml version="1.0" encoding="utf-8"?>
<p:tagLst xmlns:p="http://schemas.openxmlformats.org/presentationml/2006/main">
  <p:tag name="KSO_WM_BEAUTIFY_FLAG" val="#fgm#"/>
  <p:tag name="KSO_WM_FIGMA_FLAG" val="#fgm#"/>
  <p:tag name="KSO_WM_UNIT_INDEX" val="1"/>
  <p:tag name="KSO_WM_UNIT_TYPE" val="a"/>
  <p:tag name="KSO_WM_LAYOUT_CHECK_HASH" val="c32dd2a0824719aef3d6d7fc090c3981f4c43b1f"/>
  <p:tag name="KSO_WM_NEWLAYOUT_GROUP_ID" val="layout_2"/>
  <p:tag name="KSO_WM_NEWLAYOUT_ID" val="slide_575721c834a94fa4"/>
  <p:tag name="KSO_WM_UNIT_PRESET_TEXT" val="单击此处添加标题"/>
</p:tagLst>
</file>

<file path=ppt/tags/tag50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504.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https://sjzg-images.ks3-cn-beijing-internal.ksyun.com/tim_gen_images/doubao_gen/8bd76c83b70108b10e24b84b78a8a58c_0.png?Expires=1763169126\u0026AWSAccessKeyId=AKLTHzmNYxS86KQFnb2pvxtA\u0026Signature=3hU0B3i0xIs%2BQyPdx%2FO8ELekPQk%3D&quot;,&quot;product_name&quot;:&quot;wps-wpp-pc&quot;,&quot;intention_code&quot;:&quot;wps_wpp_generate_outline_pay&quot;}*auto_cache_hit_3.0.2_prod*6234613436383962626436653365616231323361656331663866623961633364-slide-20"/>
</p:tagLst>
</file>

<file path=ppt/tags/tag50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0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07.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08.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id&quot;:&quot;VCG41N1401574199&quot;,&quot;product_name&quot;:&quot;wps-wpp-pc&quot;,&quot;intention_code&quot;:&quot;wps_wpp_generate_outline_pay&quot;}*auto_gallery_3.0.2_prod*6234613436383962626436653365616231323361656331663866623961633364-slide-20"/>
</p:tagLst>
</file>

<file path=ppt/tags/tag50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1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11.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575721c834a94fa4"/>
</p:tagLst>
</file>

<file path=ppt/tags/tag512.xml><?xml version="1.0" encoding="utf-8"?>
<p:tagLst xmlns:p="http://schemas.openxmlformats.org/presentationml/2006/main">
  <p:tag name="KSO_WM_BEAUTIFY_FLAG" val="#fgm#"/>
  <p:tag name="KSO_WM_FIGMA_FLAG" val="#fgm#"/>
  <p:tag name="KSO_WM_UNIT_INDEX" val="1"/>
  <p:tag name="KSO_WM_UNIT_TYPE" val="a"/>
  <p:tag name="KSO_WM_LAYOUT_CHECK_HASH" val="62af5fc5236341f1dc4596e645df4f2d93926e65"/>
  <p:tag name="KSO_WM_NEWLAYOUT_GROUP_ID" val="layout_59"/>
  <p:tag name="KSO_WM_NEWLAYOUT_ID" val="slide_79a6e287972545b5"/>
  <p:tag name="KSO_WM_UNIT_PRESET_TEXT" val="单击此处添加标题"/>
</p:tagLst>
</file>

<file path=ppt/tags/tag513.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https://sjzg-images.ks3-cn-beijing-internal.ksyun.com/tim_gen_images/doubao_gen/2572fb4742877d2f0a6b22f134a13efd_0.png?Expires=1763169126\u0026AWSAccessKeyId=AKLTHzmNYxS86KQFnb2pvxtA\u0026Signature=2T6Eu7yp8lvo7kyaOO%2B%2BexbuA%2BA%3D&quot;,&quot;product_name&quot;:&quot;wps-wpp-pc&quot;,&quot;intention_code&quot;:&quot;wps_wpp_generate_outline_pay&quot;}*auto_cache_hit_3.0.2_prod*6234613436383962626436653365616231323361656331663866623961633364-slide-21"/>
</p:tagLst>
</file>

<file path=ppt/tags/tag51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51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1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1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51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1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20.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79a6e287972545b5"/>
</p:tagLst>
</file>

<file path=ppt/tags/tag521.xml><?xml version="1.0" encoding="utf-8"?>
<p:tagLst xmlns:p="http://schemas.openxmlformats.org/presentationml/2006/main">
  <p:tag name="KSO_WM_BEAUTIFY_FLAG" val="#fgm#"/>
  <p:tag name="KSO_WM_FIGMA_FLAG" val="#fgm#"/>
  <p:tag name="KSO_WM_UNIT_INDEX" val="1"/>
  <p:tag name="KSO_WM_UNIT_TYPE" val="a"/>
  <p:tag name="KSO_WM_LAYOUT_CHECK_HASH" val="a0faf7a712f80407d7294feea12de083946c6a0a"/>
  <p:tag name="KSO_WM_NEWLAYOUT_GROUP_ID" val="layout_10009"/>
  <p:tag name="KSO_WM_NEWLAYOUT_ID" val="slide_663634cc5316c693"/>
  <p:tag name="KSO_WM_UNIT_PRESET_TEXT" val="单击此处添加标题"/>
</p:tagLst>
</file>

<file path=ppt/tags/tag522.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http://zh-ai-group.ks3-cn-beijing-internal.ksyun.com/image_generate/image_process/production/202511/923bd9ea-a2cf-4ada-a9e6-773df28f494c.jpg?Expires=1794618731\u0026AWSAccessKeyId=AKLT9NSy7kh8TIS1UzNqLRY2\u0026Signature=1HwkKRY2i4%2BLzkXtdnrQPyC0Fms%3D&quot;,&quot;product_name&quot;:&quot;wps-wpp-pc&quot;,&quot;intention_code&quot;:&quot;wps_wpp_generate_outline_pay&quot;}*auto_qingqiu_3.0.2_prod*6234613436383962626436653365616231323361656331663866623961633364-slide-22"/>
</p:tagLst>
</file>

<file path=ppt/tags/tag52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2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25.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id&quot;:&quot;http://zh-ai-group.ks3-cn-beijing-internal.ksyun.com/image_generate/image_process/production/202511/4067590c-65e5-4c62-952d-2ac6aa775697.jpg?Expires=1794618731\u0026AWSAccessKeyId=AKLT9NSy7kh8TIS1UzNqLRY2\u0026Signature=7sX412oGXTdD8JZ6GOxDRrWgMlc%3D&quot;,&quot;product_name&quot;:&quot;wps-wpp-pc&quot;,&quot;intention_code&quot;:&quot;wps_wpp_generate_outline_pay&quot;}*auto_qingqiu_3.0.2_prod*6234613436383962626436653365616231323361656331663866623961633364-slide-22"/>
</p:tagLst>
</file>

<file path=ppt/tags/tag52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2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28.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663634cc5316c693"/>
</p:tagLst>
</file>

<file path=ppt/tags/tag529.xml><?xml version="1.0" encoding="utf-8"?>
<p:tagLst xmlns:p="http://schemas.openxmlformats.org/presentationml/2006/main">
  <p:tag name="KSO_WM_BEAUTIFY_FLAG" val="#fgm#"/>
  <p:tag name="KSO_WM_FIGMA_FLAG" val="#fgm#"/>
  <p:tag name="KSO_WM_UNIT_INDEX" val="1"/>
  <p:tag name="KSO_WM_UNIT_TYPE" val="a"/>
  <p:tag name="KSO_WM_LAYOUT_CHECK_HASH" val="31cc7d59f97306c05c3f987047dc5dc64f459391"/>
  <p:tag name="KSO_WM_NEWLAYOUT_GROUP_ID" val="layout_32"/>
  <p:tag name="KSO_WM_NEWLAYOUT_ID" val="slide_e9f261b41182efca"/>
  <p:tag name="KSO_WM_UNIT_PRESET_TEXT" val="单击此处添加标题"/>
</p:tagLst>
</file>

<file path=ppt/tags/tag53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531.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 name="KSO_WM_UNIT_PRESET_TEXT" val=" "/>
</p:tagLst>
</file>

<file path=ppt/tags/tag532.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53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3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35.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36.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2_2"/>
  <p:tag name="KSO_WM_UNIT_TYPE" val="l_h_i"/>
  <p:tag name="KSO_WM_UNIT_PRESET_TEXT" val=" "/>
</p:tagLst>
</file>

<file path=ppt/tags/tag537.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53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3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40.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e9f261b41182efca"/>
</p:tagLst>
</file>

<file path=ppt/tags/tag541.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e437a6cf87a777be1ec244d5c71a4ccffa8c68ab"/>
  <p:tag name="KSO_WM_NEWLAYOUT_ID" val="5453"/>
  <p:tag name="KSO_WM_UNIT_PRESET_TEXT" val="单击此处添加章节标题"/>
  <p:tag name="KSO_WM_UNIT_ID" val="_10*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542.xml><?xml version="1.0" encoding="utf-8"?>
<p:tagLst xmlns:p="http://schemas.openxmlformats.org/presentationml/2006/main">
  <p:tag name="KSO_WM_UNIT_TYPE" val="e"/>
  <p:tag name="KSO_WM_BEAUTIFY_FLAG" val="#wm#"/>
  <p:tag name="KSO_WM_FIGMA_FLAG" val="#fgm#"/>
  <p:tag name="KSO_WM_UNIT_INDEX" val="1"/>
  <p:tag name="KSO_WM_UNIT_PRESET_TEXT" val="01"/>
  <p:tag name="KSO_WM_UNIT_ID" val="_10*e*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543.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90573"/>
  <p:tag name="KSO_WM_TEMPLATE_CATEGORY" val="custom"/>
  <p:tag name="KSO_WM_SLIDE_INDEX" val="3"/>
  <p:tag name="KSO_WM_SLIDE_ID" val="custom40490573_7"/>
  <p:tag name="KSO_WM_TEMPLATE_MASTER_TYPE" val="0"/>
  <p:tag name="KSO_WM_SLIDE_LAYOUT" val="a_e"/>
  <p:tag name="KSO_WM_SLIDE_LAYOUT_CNT" val="1_1"/>
  <p:tag name="KSO_WM_TAG_VERSION" val="3.0"/>
</p:tagLst>
</file>

<file path=ppt/tags/tag544.xml><?xml version="1.0" encoding="utf-8"?>
<p:tagLst xmlns:p="http://schemas.openxmlformats.org/presentationml/2006/main">
  <p:tag name="KSO_WM_BEAUTIFY_FLAG" val="#fgm#"/>
  <p:tag name="KSO_WM_FIGMA_FLAG" val="#fgm#"/>
  <p:tag name="KSO_WM_UNIT_INDEX" val="1"/>
  <p:tag name="KSO_WM_UNIT_TYPE" val="a"/>
  <p:tag name="KSO_WM_LAYOUT_CHECK_HASH" val="aa16ca4fb028699bb641766b03eeb286bf2e5a7e"/>
  <p:tag name="KSO_WM_NEWLAYOUT_GROUP_ID" val="layout_10014"/>
  <p:tag name="KSO_WM_NEWLAYOUT_ID" val="slide_89f9a9d80b13df0c"/>
  <p:tag name="KSO_WM_UNIT_PRESET_TEXT" val="单击此处添加标题"/>
</p:tagLst>
</file>

<file path=ppt/tags/tag545.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http://zh-ai-group.ks3-cn-beijing-internal.ksyun.com/image_generate/image_process/production/202511/0875847f-fe10-41d9-8a8d-a48804409746.jpg?Expires=1794618731\u0026AWSAccessKeyId=AKLT9NSy7kh8TIS1UzNqLRY2\u0026Signature=Rncq8Y%2BNXpX7q%2FZLoKGCKjuJHgU%3D&quot;,&quot;product_name&quot;:&quot;wps-wpp-pc&quot;,&quot;intention_code&quot;:&quot;wps_wpp_generate_outline_pay&quot;}*auto_qingqiu_3.0.2_prod*6234613436383962626436653365616231323361656331663866623961633364-slide-25"/>
</p:tagLst>
</file>

<file path=ppt/tags/tag54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4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48.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ai_type&quot;:&quot;&quot;,&quot;id&quot;:&quot;&quot;}*_ai_*17630827319442d3e490d7f4a-slide-0"/>
</p:tagLst>
</file>

<file path=ppt/tags/tag54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5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51.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89f9a9d80b13df0c"/>
</p:tagLst>
</file>

<file path=ppt/tags/tag552.xml><?xml version="1.0" encoding="utf-8"?>
<p:tagLst xmlns:p="http://schemas.openxmlformats.org/presentationml/2006/main">
  <p:tag name="KSO_WM_BEAUTIFY_FLAG" val="#fgm#"/>
  <p:tag name="KSO_WM_FIGMA_FLAG" val="#fgm#"/>
  <p:tag name="KSO_WM_UNIT_INDEX" val="1"/>
  <p:tag name="KSO_WM_UNIT_TYPE" val="a"/>
  <p:tag name="KSO_WM_LAYOUT_CHECK_HASH" val="fd231c03eb8bfe27bd0ad757413cdaecb5a84bbe"/>
  <p:tag name="KSO_WM_NEWLAYOUT_GROUP_ID" val="layout_48"/>
  <p:tag name="KSO_WM_NEWLAYOUT_ID" val="slide_5641565affb8564a"/>
  <p:tag name="KSO_WM_UNIT_PRESET_TEXT" val="单击此处添加标题"/>
</p:tagLst>
</file>

<file path=ppt/tags/tag55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554.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https://sjzg-images.ks3-cn-beijing-internal.ksyun.com/tim_gen_images/doubao_gen/a4abed7438e1ec99c9a8670a1e091d73_0.png?Expires=1763169127\u0026AWSAccessKeyId=AKLTHzmNYxS86KQFnb2pvxtA\u0026Signature=2OrLRBk9UTiuc7AmkYdNZf2nnFo%3D&quot;,&quot;product_name&quot;:&quot;wps-wpp-pc&quot;,&quot;intention_code&quot;:&quot;wps_wpp_generate_outline_pay&quot;}*auto_cache_hit_3.0.2_prod*6234613436383962626436653365616231323361656331663866623961633364-slide-26"/>
</p:tagLst>
</file>

<file path=ppt/tags/tag55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5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5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558.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id&quot;:&quot;https://sjzg-images.ks3-cn-beijing-internal.ksyun.com/tim_gen_images/doubao_gen/b93717be04ed63337e56c9ae2fcb97f4_0.png?Expires=1763169127\u0026AWSAccessKeyId=AKLTHzmNYxS86KQFnb2pvxtA\u0026Signature=Wf6T6d%2BM0JL2cOGl5XauOM8Zta4%3D&quot;,&quot;product_name&quot;:&quot;wps-wpp-pc&quot;,&quot;intention_code&quot;:&quot;wps_wpp_generate_outline_pay&quot;}*auto_cache_hit_3.0.2_prod*6234613436383962626436653365616231323361656331663866623961633364-slide-26"/>
</p:tagLst>
</file>

<file path=ppt/tags/tag55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6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61.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0259"/>
  <p:tag name="KSO_WM_TEMPLATE_SLIDE_ID" val="slide_5641565affb8564a"/>
</p:tagLst>
</file>

<file path=ppt/tags/tag562.xml><?xml version="1.0" encoding="utf-8"?>
<p:tagLst xmlns:p="http://schemas.openxmlformats.org/presentationml/2006/main">
  <p:tag name="KSO_WM_UNIT_TYPE" val="b"/>
  <p:tag name="KSO_WM_BEAUTIFY_FLAG" val="#wm#"/>
  <p:tag name="KSO_WM_FIGMA_FLAG" val="#fgm#"/>
  <p:tag name="KSO_WM_UNIT_INDEX" val="1"/>
  <p:tag name="KSO_WM_UNIT_TEXT_TYPE" val="1"/>
  <p:tag name="KSO_WM_UNIT_PRESET_TEXT" val="THE END"/>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563.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5e21d44af547cb237df38edfb420c130c8d4e6cb"/>
  <p:tag name="KSO_WM_NEWLAYOUT_ID" val="5460"/>
  <p:tag name="KSO_WM_UNIT_PRESET_TEXT" val="谢谢观看"/>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0573"/>
  <p:tag name="KSO_WM_TEMPLATE_CATEGORY" val="custom"/>
</p:tagLst>
</file>

<file path=ppt/tags/tag564.xml><?xml version="1.0" encoding="utf-8"?>
<p:tagLst xmlns:p="http://schemas.openxmlformats.org/presentationml/2006/main">
  <p:tag name="KSO_WM_SLIDE_CONTENT_ORIENTATION" val="right"/>
  <p:tag name="KSO_WM_SLIDE_HAS_MASK" val="0"/>
  <p:tag name="KSO_WM_SLIDE_ITEM_CNT" val="0"/>
  <p:tag name="KSO_WM_SLIDE_TYPE" val="endPage"/>
  <p:tag name="KSO_WM_TEMPLATE_SUBCATEGORY" val="29"/>
  <p:tag name="KSO_WM_BEAUTIFY_FLAG" val="#wm#"/>
  <p:tag name="KSO_WM_TEMPLATE_SLIDE_ID" val="slide_2f1bc384a532e0ce"/>
  <p:tag name="KSO_WM_TEMPLATE_INDEX" val="40490573"/>
  <p:tag name="KSO_WM_TEMPLATE_CATEGORY" val="custom"/>
  <p:tag name="KSO_WM_SLIDE_INDEX" val="5"/>
  <p:tag name="KSO_WM_SLIDE_ID" val="custom40490573_9"/>
  <p:tag name="KSO_WM_TEMPLATE_MASTER_TYPE" val="0"/>
  <p:tag name="KSO_WM_SLIDE_LAYOUT" val="a_b"/>
  <p:tag name="KSO_WM_SLIDE_LAYOUT_CNT" val="1_1"/>
  <p:tag name="KSO_WM_TAG_VERSION" val="3.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城市线条职场办公商务风">
  <a:themeElements>
    <a:clrScheme name="城市线条">
      <a:dk1>
        <a:srgbClr val="000000"/>
      </a:dk1>
      <a:lt1>
        <a:srgbClr val="FFFFFF"/>
      </a:lt1>
      <a:dk2>
        <a:srgbClr val="222A35"/>
      </a:dk2>
      <a:lt2>
        <a:srgbClr val="F6FBFD"/>
      </a:lt2>
      <a:accent1>
        <a:srgbClr val="868686"/>
      </a:accent1>
      <a:accent2>
        <a:srgbClr val="6B81C1"/>
      </a:accent2>
      <a:accent3>
        <a:srgbClr val="906BC1"/>
      </a:accent3>
      <a:accent4>
        <a:srgbClr val="C1756B"/>
      </a:accent4>
      <a:accent5>
        <a:srgbClr val="C1AE6B"/>
      </a:accent5>
      <a:accent6>
        <a:srgbClr val="6BC19A"/>
      </a:accent6>
      <a:hlink>
        <a:srgbClr val="0563C1"/>
      </a:hlink>
      <a:folHlink>
        <a:srgbClr val="954F72"/>
      </a:folHlink>
    </a:clrScheme>
    <a:fontScheme name="自定义 1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5413</Words>
  <Application>WPS Office WWO_wpscloud_20251105180149-0b0f449aab</Application>
  <PresentationFormat>宽屏</PresentationFormat>
  <Paragraphs>326</Paragraphs>
  <Slides>28</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28</vt:i4>
      </vt:variant>
    </vt:vector>
  </HeadingPairs>
  <TitlesOfParts>
    <vt:vector size="37" baseType="lpstr">
      <vt:lpstr>Arial</vt:lpstr>
      <vt:lpstr>宋体</vt:lpstr>
      <vt:lpstr>Wingdings</vt:lpstr>
      <vt:lpstr>微软雅黑</vt:lpstr>
      <vt:lpstr>汉仪旗黑KW 55S</vt:lpstr>
      <vt:lpstr>汉仪书宋二KW</vt:lpstr>
      <vt:lpstr>Kingsoft Confetti</vt:lpstr>
      <vt:lpstr>Office 主题</vt:lpstr>
      <vt:lpstr>城市线条职场办公商务风</vt:lpstr>
      <vt:lpstr>Prompting in AI Applications</vt:lpstr>
      <vt:lpstr>Catalog</vt:lpstr>
      <vt:lpstr>Introduction to Prompting</vt:lpstr>
      <vt:lpstr>Prompt Engineering Importance</vt:lpstr>
      <vt:lpstr>Core Competency for AI Success</vt:lpstr>
      <vt:lpstr>Five-Step Prompt Design</vt:lpstr>
      <vt:lpstr>Define Task Goal</vt:lpstr>
      <vt:lpstr>Provide Context Details</vt:lpstr>
      <vt:lpstr>Offer References</vt:lpstr>
      <vt:lpstr>Evaluate Output</vt:lpstr>
      <vt:lpstr>Iterate Continuously</vt:lpstr>
      <vt:lpstr>Advanced Iteration Strategies</vt:lpstr>
      <vt:lpstr>Revisit Framework</vt:lpstr>
      <vt:lpstr>Separate Instructions</vt:lpstr>
      <vt:lpstr>Analogous Tasks</vt:lpstr>
      <vt:lpstr>Introduce Constraints</vt:lpstr>
      <vt:lpstr>Advanced Techniques &amp; AI Agents</vt:lpstr>
      <vt:lpstr>Advanced Prompting Methods</vt:lpstr>
      <vt:lpstr>Prompt Chaining</vt:lpstr>
      <vt:lpstr>Chain of Thought</vt:lpstr>
      <vt:lpstr>Tree of Thought</vt:lpstr>
      <vt:lpstr>Designing AI Agents</vt:lpstr>
      <vt:lpstr>Agent Simulation</vt:lpstr>
      <vt:lpstr>Expert Feedback</vt:lpstr>
      <vt:lpstr>Responsible AI Practices</vt:lpstr>
      <vt:lpstr>Risks: Hallucinations &amp; Biases</vt:lpstr>
      <vt:lpstr>Human in the Loop Principle</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Prompting in AI Applications</dc:title>
  <dc:creator/>
  <cp:lastModifiedBy/>
  <dcterms:created xsi:type="dcterms:W3CDTF">2025-11-14T01:13:24Z</dcterms:created>
  <dcterms:modified xsi:type="dcterms:W3CDTF">2025-11-14T01:13:24Z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2052-12.9.0.23627</vt:lpwstr>
  </property>
  <property fmtid="{D5CDD505-2E9C-101B-9397-08002B2CF9AE}" pid="3" name="ICV">
    <vt:lpwstr>B75C98F4C40948689CB49D1002CA5FAC</vt:lpwstr>
  </property>
  <property fmtid="{D5CDD505-2E9C-101B-9397-08002B2CF9AE}" pid="4" name="KSOTemplateUUID">
    <vt:lpwstr>v1.0_ai_69796640259</vt:lpwstr>
  </property>
</Properties>
</file>